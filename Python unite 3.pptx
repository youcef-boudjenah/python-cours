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5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6.xml" ContentType="application/vnd.openxmlformats-officedocument.theme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theme/theme7.xml" ContentType="application/vnd.openxmlformats-officedocument.theme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8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theme/theme9.xml" ContentType="application/vnd.openxmlformats-officedocument.theme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theme/theme10.xml" ContentType="application/vnd.openxmlformats-officedocument.theme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theme/theme11.xml" ContentType="application/vnd.openxmlformats-officedocument.theme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theme/theme12.xml" ContentType="application/vnd.openxmlformats-officedocument.theme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theme/theme13.xml" ContentType="application/vnd.openxmlformats-officedocument.theme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theme/theme14.xml" ContentType="application/vnd.openxmlformats-officedocument.theme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2" r:id="rId2"/>
    <p:sldMasterId id="2147483704" r:id="rId3"/>
    <p:sldMasterId id="2147483726" r:id="rId4"/>
    <p:sldMasterId id="2147483748" r:id="rId5"/>
    <p:sldMasterId id="2147483770" r:id="rId6"/>
    <p:sldMasterId id="2147483792" r:id="rId7"/>
    <p:sldMasterId id="2147483814" r:id="rId8"/>
    <p:sldMasterId id="2147483836" r:id="rId9"/>
    <p:sldMasterId id="2147483858" r:id="rId10"/>
    <p:sldMasterId id="2147483902" r:id="rId11"/>
    <p:sldMasterId id="2147483968" r:id="rId12"/>
    <p:sldMasterId id="2147484056" r:id="rId13"/>
    <p:sldMasterId id="2147484122" r:id="rId14"/>
    <p:sldMasterId id="2147484144" r:id="rId15"/>
  </p:sldMasterIdLst>
  <p:notesMasterIdLst>
    <p:notesMasterId r:id="rId37"/>
  </p:notesMasterIdLst>
  <p:sldIdLst>
    <p:sldId id="297" r:id="rId16"/>
    <p:sldId id="258" r:id="rId17"/>
    <p:sldId id="259" r:id="rId18"/>
    <p:sldId id="260" r:id="rId19"/>
    <p:sldId id="262" r:id="rId20"/>
    <p:sldId id="266" r:id="rId21"/>
    <p:sldId id="268" r:id="rId22"/>
    <p:sldId id="296" r:id="rId23"/>
    <p:sldId id="278" r:id="rId24"/>
    <p:sldId id="293" r:id="rId25"/>
    <p:sldId id="275" r:id="rId26"/>
    <p:sldId id="300" r:id="rId27"/>
    <p:sldId id="261" r:id="rId28"/>
    <p:sldId id="295" r:id="rId29"/>
    <p:sldId id="298" r:id="rId30"/>
    <p:sldId id="299" r:id="rId31"/>
    <p:sldId id="279" r:id="rId32"/>
    <p:sldId id="264" r:id="rId33"/>
    <p:sldId id="263" r:id="rId34"/>
    <p:sldId id="265" r:id="rId35"/>
    <p:sldId id="302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31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41" autoAdjust="0"/>
    <p:restoredTop sz="94660"/>
  </p:normalViewPr>
  <p:slideViewPr>
    <p:cSldViewPr snapToGrid="0">
      <p:cViewPr varScale="1">
        <p:scale>
          <a:sx n="76" d="100"/>
          <a:sy n="76" d="100"/>
        </p:scale>
        <p:origin x="6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DA26D-C603-4A8D-84C9-207327D4367E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2E3C50-7CB9-4E2D-B413-A507A18F7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69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5236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5458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b9fd0675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b9fd0675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2942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8d4cbd36da_4_31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8d4cbd36da_4_31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0233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22dda0a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22dda0a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9433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b872573b1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b872573b1_0_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8144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8d4cbd36da_4_31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8d4cbd36da_4_31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19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8d4cbd36da_4_31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8d4cbd36da_4_31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36909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8b3994a781_0_10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8b3994a781_0_10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886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89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8de203a35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8de203a35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057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8de203a35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8de203a35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02421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8d4cbd36da_4_31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8d4cbd36da_4_31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130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8d4cbd36da_4_31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8d4cbd36da_4_31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4852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8d4cbd36da_4_31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8d4cbd36da_4_31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32680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0919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8b3994a781_0_10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8b3994a781_0_10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3154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8b2f66a28e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8b2f66a28e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29734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822dda0a4d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822dda0a4d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51649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8dec9ae14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8dec9ae14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31138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9363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9030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226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85293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044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7593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9022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023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0689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526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652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944184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247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74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816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2086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88303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445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01568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1703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3580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95128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98212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5086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7486659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85461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41727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21111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2911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97652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7851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60904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31575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0858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15792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26473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3602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7597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38251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58405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60742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41672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375472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9112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97137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8044146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50732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114419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3094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20987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49101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1319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98304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3270156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91468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24163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769871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75593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0884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982438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469286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80730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226254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75541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332160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833515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61903304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637014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053573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8334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624903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18747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190746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648152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31809501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97354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83091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620524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412212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622215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640861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264621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635638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569793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660019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36987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349207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07270314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429366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082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397923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873324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694288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323788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707111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90970901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69121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293022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508274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032515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411493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541411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196438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727476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17242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592646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267407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49983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7906931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592967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533196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962795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534391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819208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536818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11819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98163343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53300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377272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49426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476691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165283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209290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230037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2590256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131644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614857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657507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098699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35797623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315149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4235601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687955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3846519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9913767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2495231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40935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74087267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395958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571152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812179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7687983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916332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560549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3597160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204889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724614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4257417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634813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0816967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9976265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978627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263073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929481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8621439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504110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9579006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124763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247176903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12281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1166619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50099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5922563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9200691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595407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38753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9037798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3871575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3155358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347162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0256589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298593545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4445718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229005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3647579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183871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788781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947927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4539541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692869507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407117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209557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6169574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605739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3290196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6757271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6859438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00735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3089798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0063333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8279888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8795087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33212436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723686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6069896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1994028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2417889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592194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8460732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543859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81294236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965547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7625042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789031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2345274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7008726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7098883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6831903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0702849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2408698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3848754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016942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9070268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87006857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1487824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5663858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746557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235985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9992858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4176479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561552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97641367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719416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7615421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547536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6237681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486186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6630319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8555805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888355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2010547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2480438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4143953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7070066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047201614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578907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0114158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8634134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9573436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52329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0105969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5041614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444804243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27344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2262889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8395013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926746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3504554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3626937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4216525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4484798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8044108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5802379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2240692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0001525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935273903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3235682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7098941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033187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8464594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7258510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0033235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8638624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653207545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5102166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3191999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7036310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3918513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3084362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3226098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4430958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0998506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6476482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353295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7248405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7846258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46418353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467244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0119858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4097808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8120449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8511511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601745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9583306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39111574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198532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7712979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8930732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0737618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5524707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9488852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2468799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7109232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3932149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7094312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8160943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5365545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20689597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8565085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404880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345577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0562114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1147263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6789043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4302816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07999348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307406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717889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9558558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0925100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3244400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1045675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3468744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7270206"/>
      </p:ext>
    </p:extLst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7304241"/>
      </p:ext>
    </p:extLst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69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6.xml"/><Relationship Id="rId18" Type="http://schemas.openxmlformats.org/officeDocument/2006/relationships/slideLayout" Target="../slideLayouts/slideLayout81.xml"/><Relationship Id="rId3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84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80.xml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83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2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Relationship Id="rId22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118.xml"/><Relationship Id="rId18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08.xml"/><Relationship Id="rId21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07.xml"/><Relationship Id="rId16" Type="http://schemas.openxmlformats.org/officeDocument/2006/relationships/slideLayout" Target="../slideLayouts/slideLayout121.xml"/><Relationship Id="rId20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115.xml"/><Relationship Id="rId19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119.xml"/><Relationship Id="rId22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4.xml"/><Relationship Id="rId13" Type="http://schemas.openxmlformats.org/officeDocument/2006/relationships/slideLayout" Target="../slideLayouts/slideLayout139.xml"/><Relationship Id="rId18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29.xml"/><Relationship Id="rId21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33.xml"/><Relationship Id="rId12" Type="http://schemas.openxmlformats.org/officeDocument/2006/relationships/slideLayout" Target="../slideLayouts/slideLayout138.xml"/><Relationship Id="rId17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28.xml"/><Relationship Id="rId16" Type="http://schemas.openxmlformats.org/officeDocument/2006/relationships/slideLayout" Target="../slideLayouts/slideLayout142.xml"/><Relationship Id="rId20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36.xml"/><Relationship Id="rId19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30.xml"/><Relationship Id="rId9" Type="http://schemas.openxmlformats.org/officeDocument/2006/relationships/slideLayout" Target="../slideLayouts/slideLayout135.xml"/><Relationship Id="rId14" Type="http://schemas.openxmlformats.org/officeDocument/2006/relationships/slideLayout" Target="../slideLayouts/slideLayout140.xml"/><Relationship Id="rId22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60.xml"/><Relationship Id="rId18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50.xml"/><Relationship Id="rId21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9.xml"/><Relationship Id="rId17" Type="http://schemas.openxmlformats.org/officeDocument/2006/relationships/slideLayout" Target="../slideLayouts/slideLayout164.xml"/><Relationship Id="rId2" Type="http://schemas.openxmlformats.org/officeDocument/2006/relationships/slideLayout" Target="../slideLayouts/slideLayout149.xml"/><Relationship Id="rId16" Type="http://schemas.openxmlformats.org/officeDocument/2006/relationships/slideLayout" Target="../slideLayouts/slideLayout163.xml"/><Relationship Id="rId20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8.xml"/><Relationship Id="rId5" Type="http://schemas.openxmlformats.org/officeDocument/2006/relationships/slideLayout" Target="../slideLayouts/slideLayout152.xml"/><Relationship Id="rId15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57.xml"/><Relationship Id="rId19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6.xml"/><Relationship Id="rId14" Type="http://schemas.openxmlformats.org/officeDocument/2006/relationships/slideLayout" Target="../slideLayouts/slideLayout161.xml"/><Relationship Id="rId22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6.xml"/><Relationship Id="rId13" Type="http://schemas.openxmlformats.org/officeDocument/2006/relationships/slideLayout" Target="../slideLayouts/slideLayout181.xml"/><Relationship Id="rId18" Type="http://schemas.openxmlformats.org/officeDocument/2006/relationships/slideLayout" Target="../slideLayouts/slideLayout186.xml"/><Relationship Id="rId3" Type="http://schemas.openxmlformats.org/officeDocument/2006/relationships/slideLayout" Target="../slideLayouts/slideLayout171.xml"/><Relationship Id="rId21" Type="http://schemas.openxmlformats.org/officeDocument/2006/relationships/slideLayout" Target="../slideLayouts/slideLayout189.xml"/><Relationship Id="rId7" Type="http://schemas.openxmlformats.org/officeDocument/2006/relationships/slideLayout" Target="../slideLayouts/slideLayout175.xml"/><Relationship Id="rId12" Type="http://schemas.openxmlformats.org/officeDocument/2006/relationships/slideLayout" Target="../slideLayouts/slideLayout180.xml"/><Relationship Id="rId17" Type="http://schemas.openxmlformats.org/officeDocument/2006/relationships/slideLayout" Target="../slideLayouts/slideLayout185.xml"/><Relationship Id="rId2" Type="http://schemas.openxmlformats.org/officeDocument/2006/relationships/slideLayout" Target="../slideLayouts/slideLayout170.xml"/><Relationship Id="rId16" Type="http://schemas.openxmlformats.org/officeDocument/2006/relationships/slideLayout" Target="../slideLayouts/slideLayout184.xml"/><Relationship Id="rId20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4.xml"/><Relationship Id="rId11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73.xml"/><Relationship Id="rId15" Type="http://schemas.openxmlformats.org/officeDocument/2006/relationships/slideLayout" Target="../slideLayouts/slideLayout183.xml"/><Relationship Id="rId10" Type="http://schemas.openxmlformats.org/officeDocument/2006/relationships/slideLayout" Target="../slideLayouts/slideLayout178.xml"/><Relationship Id="rId19" Type="http://schemas.openxmlformats.org/officeDocument/2006/relationships/slideLayout" Target="../slideLayouts/slideLayout187.xml"/><Relationship Id="rId4" Type="http://schemas.openxmlformats.org/officeDocument/2006/relationships/slideLayout" Target="../slideLayouts/slideLayout172.xml"/><Relationship Id="rId9" Type="http://schemas.openxmlformats.org/officeDocument/2006/relationships/slideLayout" Target="../slideLayouts/slideLayout177.xml"/><Relationship Id="rId14" Type="http://schemas.openxmlformats.org/officeDocument/2006/relationships/slideLayout" Target="../slideLayouts/slideLayout182.xml"/><Relationship Id="rId22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7.xml"/><Relationship Id="rId13" Type="http://schemas.openxmlformats.org/officeDocument/2006/relationships/slideLayout" Target="../slideLayouts/slideLayout202.xml"/><Relationship Id="rId18" Type="http://schemas.openxmlformats.org/officeDocument/2006/relationships/slideLayout" Target="../slideLayouts/slideLayout207.xml"/><Relationship Id="rId3" Type="http://schemas.openxmlformats.org/officeDocument/2006/relationships/slideLayout" Target="../slideLayouts/slideLayout192.xml"/><Relationship Id="rId21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196.xml"/><Relationship Id="rId12" Type="http://schemas.openxmlformats.org/officeDocument/2006/relationships/slideLayout" Target="../slideLayouts/slideLayout201.xml"/><Relationship Id="rId17" Type="http://schemas.openxmlformats.org/officeDocument/2006/relationships/slideLayout" Target="../slideLayouts/slideLayout206.xml"/><Relationship Id="rId2" Type="http://schemas.openxmlformats.org/officeDocument/2006/relationships/slideLayout" Target="../slideLayouts/slideLayout191.xml"/><Relationship Id="rId16" Type="http://schemas.openxmlformats.org/officeDocument/2006/relationships/slideLayout" Target="../slideLayouts/slideLayout205.xml"/><Relationship Id="rId20" Type="http://schemas.openxmlformats.org/officeDocument/2006/relationships/slideLayout" Target="../slideLayouts/slideLayout209.xml"/><Relationship Id="rId1" Type="http://schemas.openxmlformats.org/officeDocument/2006/relationships/slideLayout" Target="../slideLayouts/slideLayout190.xml"/><Relationship Id="rId6" Type="http://schemas.openxmlformats.org/officeDocument/2006/relationships/slideLayout" Target="../slideLayouts/slideLayout195.xml"/><Relationship Id="rId11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204.xml"/><Relationship Id="rId10" Type="http://schemas.openxmlformats.org/officeDocument/2006/relationships/slideLayout" Target="../slideLayouts/slideLayout199.xml"/><Relationship Id="rId19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193.xml"/><Relationship Id="rId9" Type="http://schemas.openxmlformats.org/officeDocument/2006/relationships/slideLayout" Target="../slideLayouts/slideLayout198.xml"/><Relationship Id="rId14" Type="http://schemas.openxmlformats.org/officeDocument/2006/relationships/slideLayout" Target="../slideLayouts/slideLayout203.xml"/><Relationship Id="rId22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8.xml"/><Relationship Id="rId13" Type="http://schemas.openxmlformats.org/officeDocument/2006/relationships/slideLayout" Target="../slideLayouts/slideLayout223.xml"/><Relationship Id="rId18" Type="http://schemas.openxmlformats.org/officeDocument/2006/relationships/slideLayout" Target="../slideLayouts/slideLayout228.xml"/><Relationship Id="rId3" Type="http://schemas.openxmlformats.org/officeDocument/2006/relationships/slideLayout" Target="../slideLayouts/slideLayout213.xml"/><Relationship Id="rId21" Type="http://schemas.openxmlformats.org/officeDocument/2006/relationships/slideLayout" Target="../slideLayouts/slideLayout231.xml"/><Relationship Id="rId7" Type="http://schemas.openxmlformats.org/officeDocument/2006/relationships/slideLayout" Target="../slideLayouts/slideLayout217.xml"/><Relationship Id="rId12" Type="http://schemas.openxmlformats.org/officeDocument/2006/relationships/slideLayout" Target="../slideLayouts/slideLayout222.xml"/><Relationship Id="rId17" Type="http://schemas.openxmlformats.org/officeDocument/2006/relationships/slideLayout" Target="../slideLayouts/slideLayout227.xml"/><Relationship Id="rId2" Type="http://schemas.openxmlformats.org/officeDocument/2006/relationships/slideLayout" Target="../slideLayouts/slideLayout212.xml"/><Relationship Id="rId16" Type="http://schemas.openxmlformats.org/officeDocument/2006/relationships/slideLayout" Target="../slideLayouts/slideLayout226.xml"/><Relationship Id="rId20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11.xml"/><Relationship Id="rId6" Type="http://schemas.openxmlformats.org/officeDocument/2006/relationships/slideLayout" Target="../slideLayouts/slideLayout216.xml"/><Relationship Id="rId11" Type="http://schemas.openxmlformats.org/officeDocument/2006/relationships/slideLayout" Target="../slideLayouts/slideLayout221.xml"/><Relationship Id="rId5" Type="http://schemas.openxmlformats.org/officeDocument/2006/relationships/slideLayout" Target="../slideLayouts/slideLayout215.xml"/><Relationship Id="rId15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0.xml"/><Relationship Id="rId19" Type="http://schemas.openxmlformats.org/officeDocument/2006/relationships/slideLayout" Target="../slideLayouts/slideLayout229.xml"/><Relationship Id="rId4" Type="http://schemas.openxmlformats.org/officeDocument/2006/relationships/slideLayout" Target="../slideLayouts/slideLayout214.xml"/><Relationship Id="rId9" Type="http://schemas.openxmlformats.org/officeDocument/2006/relationships/slideLayout" Target="../slideLayouts/slideLayout219.xml"/><Relationship Id="rId14" Type="http://schemas.openxmlformats.org/officeDocument/2006/relationships/slideLayout" Target="../slideLayouts/slideLayout224.xml"/><Relationship Id="rId22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9.xml"/><Relationship Id="rId13" Type="http://schemas.openxmlformats.org/officeDocument/2006/relationships/slideLayout" Target="../slideLayouts/slideLayout244.xml"/><Relationship Id="rId18" Type="http://schemas.openxmlformats.org/officeDocument/2006/relationships/slideLayout" Target="../slideLayouts/slideLayout249.xml"/><Relationship Id="rId3" Type="http://schemas.openxmlformats.org/officeDocument/2006/relationships/slideLayout" Target="../slideLayouts/slideLayout234.xml"/><Relationship Id="rId21" Type="http://schemas.openxmlformats.org/officeDocument/2006/relationships/slideLayout" Target="../slideLayouts/slideLayout252.xml"/><Relationship Id="rId7" Type="http://schemas.openxmlformats.org/officeDocument/2006/relationships/slideLayout" Target="../slideLayouts/slideLayout238.xml"/><Relationship Id="rId12" Type="http://schemas.openxmlformats.org/officeDocument/2006/relationships/slideLayout" Target="../slideLayouts/slideLayout243.xml"/><Relationship Id="rId17" Type="http://schemas.openxmlformats.org/officeDocument/2006/relationships/slideLayout" Target="../slideLayouts/slideLayout248.xml"/><Relationship Id="rId2" Type="http://schemas.openxmlformats.org/officeDocument/2006/relationships/slideLayout" Target="../slideLayouts/slideLayout233.xml"/><Relationship Id="rId16" Type="http://schemas.openxmlformats.org/officeDocument/2006/relationships/slideLayout" Target="../slideLayouts/slideLayout247.xml"/><Relationship Id="rId20" Type="http://schemas.openxmlformats.org/officeDocument/2006/relationships/slideLayout" Target="../slideLayouts/slideLayout251.xml"/><Relationship Id="rId1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7.xml"/><Relationship Id="rId11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246.xml"/><Relationship Id="rId10" Type="http://schemas.openxmlformats.org/officeDocument/2006/relationships/slideLayout" Target="../slideLayouts/slideLayout241.xml"/><Relationship Id="rId19" Type="http://schemas.openxmlformats.org/officeDocument/2006/relationships/slideLayout" Target="../slideLayouts/slideLayout250.xml"/><Relationship Id="rId4" Type="http://schemas.openxmlformats.org/officeDocument/2006/relationships/slideLayout" Target="../slideLayouts/slideLayout235.xml"/><Relationship Id="rId9" Type="http://schemas.openxmlformats.org/officeDocument/2006/relationships/slideLayout" Target="../slideLayouts/slideLayout240.xml"/><Relationship Id="rId14" Type="http://schemas.openxmlformats.org/officeDocument/2006/relationships/slideLayout" Target="../slideLayouts/slideLayout245.xml"/><Relationship Id="rId22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0.xml"/><Relationship Id="rId13" Type="http://schemas.openxmlformats.org/officeDocument/2006/relationships/slideLayout" Target="../slideLayouts/slideLayout265.xml"/><Relationship Id="rId18" Type="http://schemas.openxmlformats.org/officeDocument/2006/relationships/slideLayout" Target="../slideLayouts/slideLayout270.xml"/><Relationship Id="rId3" Type="http://schemas.openxmlformats.org/officeDocument/2006/relationships/slideLayout" Target="../slideLayouts/slideLayout255.xml"/><Relationship Id="rId21" Type="http://schemas.openxmlformats.org/officeDocument/2006/relationships/slideLayout" Target="../slideLayouts/slideLayout273.xml"/><Relationship Id="rId7" Type="http://schemas.openxmlformats.org/officeDocument/2006/relationships/slideLayout" Target="../slideLayouts/slideLayout259.xml"/><Relationship Id="rId12" Type="http://schemas.openxmlformats.org/officeDocument/2006/relationships/slideLayout" Target="../slideLayouts/slideLayout264.xml"/><Relationship Id="rId17" Type="http://schemas.openxmlformats.org/officeDocument/2006/relationships/slideLayout" Target="../slideLayouts/slideLayout269.xml"/><Relationship Id="rId2" Type="http://schemas.openxmlformats.org/officeDocument/2006/relationships/slideLayout" Target="../slideLayouts/slideLayout254.xml"/><Relationship Id="rId16" Type="http://schemas.openxmlformats.org/officeDocument/2006/relationships/slideLayout" Target="../slideLayouts/slideLayout268.xml"/><Relationship Id="rId20" Type="http://schemas.openxmlformats.org/officeDocument/2006/relationships/slideLayout" Target="../slideLayouts/slideLayout272.xml"/><Relationship Id="rId1" Type="http://schemas.openxmlformats.org/officeDocument/2006/relationships/slideLayout" Target="../slideLayouts/slideLayout253.xml"/><Relationship Id="rId6" Type="http://schemas.openxmlformats.org/officeDocument/2006/relationships/slideLayout" Target="../slideLayouts/slideLayout258.xml"/><Relationship Id="rId11" Type="http://schemas.openxmlformats.org/officeDocument/2006/relationships/slideLayout" Target="../slideLayouts/slideLayout263.xml"/><Relationship Id="rId5" Type="http://schemas.openxmlformats.org/officeDocument/2006/relationships/slideLayout" Target="../slideLayouts/slideLayout257.xml"/><Relationship Id="rId15" Type="http://schemas.openxmlformats.org/officeDocument/2006/relationships/slideLayout" Target="../slideLayouts/slideLayout267.xml"/><Relationship Id="rId10" Type="http://schemas.openxmlformats.org/officeDocument/2006/relationships/slideLayout" Target="../slideLayouts/slideLayout262.xml"/><Relationship Id="rId19" Type="http://schemas.openxmlformats.org/officeDocument/2006/relationships/slideLayout" Target="../slideLayouts/slideLayout271.xml"/><Relationship Id="rId4" Type="http://schemas.openxmlformats.org/officeDocument/2006/relationships/slideLayout" Target="../slideLayouts/slideLayout256.xml"/><Relationship Id="rId9" Type="http://schemas.openxmlformats.org/officeDocument/2006/relationships/slideLayout" Target="../slideLayouts/slideLayout261.xml"/><Relationship Id="rId14" Type="http://schemas.openxmlformats.org/officeDocument/2006/relationships/slideLayout" Target="../slideLayouts/slideLayout266.xml"/><Relationship Id="rId22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1.xml"/><Relationship Id="rId13" Type="http://schemas.openxmlformats.org/officeDocument/2006/relationships/slideLayout" Target="../slideLayouts/slideLayout286.xml"/><Relationship Id="rId18" Type="http://schemas.openxmlformats.org/officeDocument/2006/relationships/slideLayout" Target="../slideLayouts/slideLayout291.xml"/><Relationship Id="rId3" Type="http://schemas.openxmlformats.org/officeDocument/2006/relationships/slideLayout" Target="../slideLayouts/slideLayout276.xml"/><Relationship Id="rId21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80.xml"/><Relationship Id="rId12" Type="http://schemas.openxmlformats.org/officeDocument/2006/relationships/slideLayout" Target="../slideLayouts/slideLayout285.xml"/><Relationship Id="rId17" Type="http://schemas.openxmlformats.org/officeDocument/2006/relationships/slideLayout" Target="../slideLayouts/slideLayout290.xml"/><Relationship Id="rId2" Type="http://schemas.openxmlformats.org/officeDocument/2006/relationships/slideLayout" Target="../slideLayouts/slideLayout275.xml"/><Relationship Id="rId16" Type="http://schemas.openxmlformats.org/officeDocument/2006/relationships/slideLayout" Target="../slideLayouts/slideLayout289.xml"/><Relationship Id="rId20" Type="http://schemas.openxmlformats.org/officeDocument/2006/relationships/slideLayout" Target="../slideLayouts/slideLayout293.xml"/><Relationship Id="rId1" Type="http://schemas.openxmlformats.org/officeDocument/2006/relationships/slideLayout" Target="../slideLayouts/slideLayout274.xml"/><Relationship Id="rId6" Type="http://schemas.openxmlformats.org/officeDocument/2006/relationships/slideLayout" Target="../slideLayouts/slideLayout279.xml"/><Relationship Id="rId11" Type="http://schemas.openxmlformats.org/officeDocument/2006/relationships/slideLayout" Target="../slideLayouts/slideLayout284.xml"/><Relationship Id="rId5" Type="http://schemas.openxmlformats.org/officeDocument/2006/relationships/slideLayout" Target="../slideLayouts/slideLayout278.xml"/><Relationship Id="rId15" Type="http://schemas.openxmlformats.org/officeDocument/2006/relationships/slideLayout" Target="../slideLayouts/slideLayout288.xml"/><Relationship Id="rId10" Type="http://schemas.openxmlformats.org/officeDocument/2006/relationships/slideLayout" Target="../slideLayouts/slideLayout283.xml"/><Relationship Id="rId19" Type="http://schemas.openxmlformats.org/officeDocument/2006/relationships/slideLayout" Target="../slideLayouts/slideLayout292.xml"/><Relationship Id="rId4" Type="http://schemas.openxmlformats.org/officeDocument/2006/relationships/slideLayout" Target="../slideLayouts/slideLayout277.xml"/><Relationship Id="rId9" Type="http://schemas.openxmlformats.org/officeDocument/2006/relationships/slideLayout" Target="../slideLayouts/slideLayout282.xml"/><Relationship Id="rId14" Type="http://schemas.openxmlformats.org/officeDocument/2006/relationships/slideLayout" Target="../slideLayouts/slideLayout287.xml"/><Relationship Id="rId22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2.xml"/><Relationship Id="rId13" Type="http://schemas.openxmlformats.org/officeDocument/2006/relationships/slideLayout" Target="../slideLayouts/slideLayout307.xml"/><Relationship Id="rId18" Type="http://schemas.openxmlformats.org/officeDocument/2006/relationships/slideLayout" Target="../slideLayouts/slideLayout312.xml"/><Relationship Id="rId3" Type="http://schemas.openxmlformats.org/officeDocument/2006/relationships/slideLayout" Target="../slideLayouts/slideLayout297.xml"/><Relationship Id="rId21" Type="http://schemas.openxmlformats.org/officeDocument/2006/relationships/slideLayout" Target="../slideLayouts/slideLayout315.xml"/><Relationship Id="rId7" Type="http://schemas.openxmlformats.org/officeDocument/2006/relationships/slideLayout" Target="../slideLayouts/slideLayout301.xml"/><Relationship Id="rId12" Type="http://schemas.openxmlformats.org/officeDocument/2006/relationships/slideLayout" Target="../slideLayouts/slideLayout306.xml"/><Relationship Id="rId17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296.xml"/><Relationship Id="rId16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4.xml"/><Relationship Id="rId1" Type="http://schemas.openxmlformats.org/officeDocument/2006/relationships/slideLayout" Target="../slideLayouts/slideLayout295.xml"/><Relationship Id="rId6" Type="http://schemas.openxmlformats.org/officeDocument/2006/relationships/slideLayout" Target="../slideLayouts/slideLayout300.xml"/><Relationship Id="rId11" Type="http://schemas.openxmlformats.org/officeDocument/2006/relationships/slideLayout" Target="../slideLayouts/slideLayout305.xml"/><Relationship Id="rId5" Type="http://schemas.openxmlformats.org/officeDocument/2006/relationships/slideLayout" Target="../slideLayouts/slideLayout299.xml"/><Relationship Id="rId15" Type="http://schemas.openxmlformats.org/officeDocument/2006/relationships/slideLayout" Target="../slideLayouts/slideLayout309.xml"/><Relationship Id="rId10" Type="http://schemas.openxmlformats.org/officeDocument/2006/relationships/slideLayout" Target="../slideLayouts/slideLayout304.xml"/><Relationship Id="rId19" Type="http://schemas.openxmlformats.org/officeDocument/2006/relationships/slideLayout" Target="../slideLayouts/slideLayout313.xml"/><Relationship Id="rId4" Type="http://schemas.openxmlformats.org/officeDocument/2006/relationships/slideLayout" Target="../slideLayouts/slideLayout298.xml"/><Relationship Id="rId9" Type="http://schemas.openxmlformats.org/officeDocument/2006/relationships/slideLayout" Target="../slideLayouts/slideLayout303.xml"/><Relationship Id="rId14" Type="http://schemas.openxmlformats.org/officeDocument/2006/relationships/slideLayout" Target="../slideLayouts/slideLayout308.xml"/><Relationship Id="rId22" Type="http://schemas.openxmlformats.org/officeDocument/2006/relationships/theme" Target="../theme/theme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22565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823771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3804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27594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28463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766" r:id="rId18"/>
    <p:sldLayoutId id="2147483767" r:id="rId19"/>
    <p:sldLayoutId id="2147483768" r:id="rId20"/>
    <p:sldLayoutId id="214748376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744665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788" r:id="rId18"/>
    <p:sldLayoutId id="2147483789" r:id="rId19"/>
    <p:sldLayoutId id="2147483790" r:id="rId20"/>
    <p:sldLayoutId id="2147483791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41299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  <p:sldLayoutId id="2147483812" r:id="rId20"/>
    <p:sldLayoutId id="2147483813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07014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  <p:sldLayoutId id="2147483832" r:id="rId18"/>
    <p:sldLayoutId id="2147483833" r:id="rId19"/>
    <p:sldLayoutId id="2147483834" r:id="rId20"/>
    <p:sldLayoutId id="2147483835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92052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49" r:id="rId13"/>
    <p:sldLayoutId id="2147483850" r:id="rId14"/>
    <p:sldLayoutId id="2147483851" r:id="rId15"/>
    <p:sldLayoutId id="2147483852" r:id="rId16"/>
    <p:sldLayoutId id="2147483853" r:id="rId17"/>
    <p:sldLayoutId id="2147483854" r:id="rId18"/>
    <p:sldLayoutId id="2147483855" r:id="rId19"/>
    <p:sldLayoutId id="2147483856" r:id="rId20"/>
    <p:sldLayoutId id="2147483857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88619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  <p:sldLayoutId id="2147483876" r:id="rId18"/>
    <p:sldLayoutId id="2147483877" r:id="rId19"/>
    <p:sldLayoutId id="2147483878" r:id="rId20"/>
    <p:sldLayoutId id="214748387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518775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6" r:id="rId14"/>
    <p:sldLayoutId id="2147483917" r:id="rId15"/>
    <p:sldLayoutId id="2147483918" r:id="rId16"/>
    <p:sldLayoutId id="2147483919" r:id="rId17"/>
    <p:sldLayoutId id="2147483920" r:id="rId18"/>
    <p:sldLayoutId id="2147483921" r:id="rId19"/>
    <p:sldLayoutId id="2147483922" r:id="rId20"/>
    <p:sldLayoutId id="2147483923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30165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  <p:sldLayoutId id="2147483981" r:id="rId13"/>
    <p:sldLayoutId id="2147483982" r:id="rId14"/>
    <p:sldLayoutId id="2147483983" r:id="rId15"/>
    <p:sldLayoutId id="2147483984" r:id="rId16"/>
    <p:sldLayoutId id="2147483985" r:id="rId17"/>
    <p:sldLayoutId id="2147483986" r:id="rId18"/>
    <p:sldLayoutId id="2147483987" r:id="rId19"/>
    <p:sldLayoutId id="2147483988" r:id="rId20"/>
    <p:sldLayoutId id="214748398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168899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  <p:sldLayoutId id="2147484068" r:id="rId12"/>
    <p:sldLayoutId id="2147484069" r:id="rId13"/>
    <p:sldLayoutId id="2147484070" r:id="rId14"/>
    <p:sldLayoutId id="2147484071" r:id="rId15"/>
    <p:sldLayoutId id="2147484072" r:id="rId16"/>
    <p:sldLayoutId id="2147484073" r:id="rId17"/>
    <p:sldLayoutId id="2147484074" r:id="rId18"/>
    <p:sldLayoutId id="2147484075" r:id="rId19"/>
    <p:sldLayoutId id="2147484076" r:id="rId20"/>
    <p:sldLayoutId id="2147484077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888512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123" r:id="rId1"/>
    <p:sldLayoutId id="2147484124" r:id="rId2"/>
    <p:sldLayoutId id="2147484125" r:id="rId3"/>
    <p:sldLayoutId id="2147484126" r:id="rId4"/>
    <p:sldLayoutId id="2147484127" r:id="rId5"/>
    <p:sldLayoutId id="2147484128" r:id="rId6"/>
    <p:sldLayoutId id="2147484129" r:id="rId7"/>
    <p:sldLayoutId id="2147484130" r:id="rId8"/>
    <p:sldLayoutId id="2147484131" r:id="rId9"/>
    <p:sldLayoutId id="2147484132" r:id="rId10"/>
    <p:sldLayoutId id="2147484133" r:id="rId11"/>
    <p:sldLayoutId id="2147484134" r:id="rId12"/>
    <p:sldLayoutId id="2147484135" r:id="rId13"/>
    <p:sldLayoutId id="2147484136" r:id="rId14"/>
    <p:sldLayoutId id="2147484137" r:id="rId15"/>
    <p:sldLayoutId id="2147484138" r:id="rId16"/>
    <p:sldLayoutId id="2147484139" r:id="rId17"/>
    <p:sldLayoutId id="2147484140" r:id="rId18"/>
    <p:sldLayoutId id="2147484141" r:id="rId19"/>
    <p:sldLayoutId id="2147484142" r:id="rId20"/>
    <p:sldLayoutId id="2147484143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42810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145" r:id="rId1"/>
    <p:sldLayoutId id="2147484146" r:id="rId2"/>
    <p:sldLayoutId id="2147484147" r:id="rId3"/>
    <p:sldLayoutId id="2147484148" r:id="rId4"/>
    <p:sldLayoutId id="2147484149" r:id="rId5"/>
    <p:sldLayoutId id="2147484150" r:id="rId6"/>
    <p:sldLayoutId id="2147484151" r:id="rId7"/>
    <p:sldLayoutId id="2147484152" r:id="rId8"/>
    <p:sldLayoutId id="2147484153" r:id="rId9"/>
    <p:sldLayoutId id="2147484154" r:id="rId10"/>
    <p:sldLayoutId id="2147484155" r:id="rId11"/>
    <p:sldLayoutId id="2147484156" r:id="rId12"/>
    <p:sldLayoutId id="2147484157" r:id="rId13"/>
    <p:sldLayoutId id="2147484158" r:id="rId14"/>
    <p:sldLayoutId id="2147484159" r:id="rId15"/>
    <p:sldLayoutId id="2147484160" r:id="rId16"/>
    <p:sldLayoutId id="2147484161" r:id="rId17"/>
    <p:sldLayoutId id="2147484162" r:id="rId18"/>
    <p:sldLayoutId id="2147484163" r:id="rId19"/>
    <p:sldLayoutId id="2147484164" r:id="rId20"/>
    <p:sldLayoutId id="2147484165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Relationship Id="rId4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0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0.xml"/><Relationship Id="rId4" Type="http://schemas.openxmlformats.org/officeDocument/2006/relationships/image" Target="../media/image1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9.xml"/><Relationship Id="rId5" Type="http://schemas.openxmlformats.org/officeDocument/2006/relationships/image" Target="../media/image15.png"/><Relationship Id="rId4" Type="http://schemas.microsoft.com/office/2007/relationships/hdphoto" Target="../media/hdphoto3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>
            <a:spLocks noGrp="1"/>
          </p:cNvSpPr>
          <p:nvPr>
            <p:ph type="ctrTitle"/>
          </p:nvPr>
        </p:nvSpPr>
        <p:spPr>
          <a:xfrm>
            <a:off x="1105787" y="1066109"/>
            <a:ext cx="8241413" cy="2547200"/>
          </a:xfrm>
          <a:prstGeom prst="rect">
            <a:avLst/>
          </a:prstGeom>
        </p:spPr>
        <p:txBody>
          <a:bodyPr spcFirstLastPara="1" wrap="square" lIns="121900" tIns="121900" rIns="121900" bIns="0" anchor="b" anchorCtr="0">
            <a:noAutofit/>
          </a:bodyPr>
          <a:lstStyle/>
          <a:p>
            <a:pPr lvl="0"/>
            <a:r>
              <a:rPr lang="fr-FR" sz="5333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Python Programming Fundamentals Course</a:t>
            </a:r>
            <a:endParaRPr sz="5333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35" name="Google Shape;335;p27"/>
          <p:cNvSpPr txBox="1">
            <a:spLocks noGrp="1"/>
          </p:cNvSpPr>
          <p:nvPr>
            <p:ph type="subTitle" idx="1"/>
          </p:nvPr>
        </p:nvSpPr>
        <p:spPr>
          <a:xfrm>
            <a:off x="1105787" y="4586860"/>
            <a:ext cx="10177564" cy="10568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noAutofit/>
          </a:bodyPr>
          <a:lstStyle/>
          <a:p>
            <a:pPr marL="0" indent="0"/>
            <a:r>
              <a:rPr lang="en-US" sz="2400" dirty="0">
                <a:solidFill>
                  <a:schemeClr val="dk2"/>
                </a:solidFill>
                <a:latin typeface="Lucida Console" panose="020B0609040504020204" pitchFamily="49" charset="0"/>
              </a:rPr>
              <a:t>Duration: 10 Training Hours</a:t>
            </a:r>
          </a:p>
          <a:p>
            <a:pPr marL="0" indent="0"/>
            <a:r>
              <a:rPr lang="en-US" sz="2400" dirty="0">
                <a:solidFill>
                  <a:schemeClr val="dk2"/>
                </a:solidFill>
                <a:latin typeface="Lucida Console" panose="020B0609040504020204" pitchFamily="49" charset="0"/>
              </a:rPr>
              <a:t>Instructor: </a:t>
            </a:r>
            <a:r>
              <a:rPr lang="en-US" sz="2400" dirty="0" err="1">
                <a:solidFill>
                  <a:schemeClr val="dk2"/>
                </a:solidFill>
                <a:latin typeface="Lucida Console" panose="020B0609040504020204" pitchFamily="49" charset="0"/>
              </a:rPr>
              <a:t>B</a:t>
            </a:r>
            <a:r>
              <a:rPr lang="en-US" sz="2400" dirty="0" err="1" smtClean="0">
                <a:solidFill>
                  <a:schemeClr val="dk2"/>
                </a:solidFill>
                <a:latin typeface="Lucida Console" panose="020B0609040504020204" pitchFamily="49" charset="0"/>
              </a:rPr>
              <a:t>oudjenah</a:t>
            </a:r>
            <a:r>
              <a:rPr lang="en-US" sz="2400" dirty="0" smtClean="0">
                <a:solidFill>
                  <a:schemeClr val="dk2"/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  <a:latin typeface="Lucida Console" panose="020B0609040504020204" pitchFamily="49" charset="0"/>
              </a:rPr>
              <a:t>Youcef</a:t>
            </a:r>
            <a:r>
              <a:rPr lang="en-US" sz="2400" dirty="0" smtClean="0">
                <a:solidFill>
                  <a:schemeClr val="dk2"/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 err="1" smtClean="0">
                <a:solidFill>
                  <a:schemeClr val="dk2"/>
                </a:solidFill>
                <a:latin typeface="Lucida Console" panose="020B0609040504020204" pitchFamily="49" charset="0"/>
              </a:rPr>
              <a:t>essedik</a:t>
            </a:r>
            <a:r>
              <a:rPr lang="en-US" sz="2400" dirty="0" smtClean="0">
                <a:solidFill>
                  <a:schemeClr val="dk2"/>
                </a:solidFill>
                <a:latin typeface="Lucida Console" panose="020B0609040504020204" pitchFamily="49" charset="0"/>
              </a:rPr>
              <a:t> </a:t>
            </a:r>
            <a:r>
              <a:rPr lang="en-US" i="1" u="sng" dirty="0" smtClean="0">
                <a:solidFill>
                  <a:schemeClr val="dk2"/>
                </a:solidFill>
                <a:latin typeface="Agency FB" panose="020B0503020202020204" pitchFamily="34" charset="0"/>
              </a:rPr>
              <a:t>Full stack </a:t>
            </a:r>
            <a:r>
              <a:rPr lang="en-US" i="1" u="sng" dirty="0" err="1" smtClean="0">
                <a:solidFill>
                  <a:schemeClr val="dk2"/>
                </a:solidFill>
                <a:latin typeface="Agency FB" panose="020B0503020202020204" pitchFamily="34" charset="0"/>
              </a:rPr>
              <a:t>developper</a:t>
            </a:r>
            <a:endParaRPr sz="3200" i="1" u="sng" dirty="0">
              <a:solidFill>
                <a:schemeClr val="dk2"/>
              </a:solidFill>
              <a:latin typeface="Agency FB" panose="020B0503020202020204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3" t="12717" r="14616" b="17361"/>
          <a:stretch/>
        </p:blipFill>
        <p:spPr>
          <a:xfrm>
            <a:off x="10704529" y="329504"/>
            <a:ext cx="1135375" cy="1105157"/>
          </a:xfrm>
          <a:prstGeom prst="rect">
            <a:avLst/>
          </a:prstGeom>
          <a:ln w="38100">
            <a:solidFill>
              <a:schemeClr val="tx2"/>
            </a:solidFill>
          </a:ln>
        </p:spPr>
      </p:pic>
      <p:pic>
        <p:nvPicPr>
          <p:cNvPr id="5" name="Image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80029" y="329504"/>
            <a:ext cx="810606" cy="110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3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121900" tIns="0" rIns="121900" bIns="0" anchor="ctr" anchorCtr="0">
            <a:noAutofit/>
          </a:bodyPr>
          <a:lstStyle/>
          <a:p>
            <a:pPr lvl="0"/>
            <a:r>
              <a:rPr lang="en-US" dirty="0" smtClean="0">
                <a:latin typeface="Lucida Console" panose="020B0609040504020204" pitchFamily="49" charset="0"/>
              </a:rPr>
              <a:t>Kickoff </a:t>
            </a:r>
            <a:r>
              <a:rPr lang="en-US" dirty="0">
                <a:latin typeface="Lucida Console" panose="020B0609040504020204" pitchFamily="49" charset="0"/>
              </a:rPr>
              <a:t>and Fundamentals</a:t>
            </a:r>
            <a:endParaRPr dirty="0">
              <a:latin typeface="Lucida Console" panose="020B0609040504020204" pitchFamily="49" charset="0"/>
            </a:endParaRPr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121900" tIns="0" rIns="121900" bIns="0" anchor="b" anchorCtr="0">
            <a:noAutofit/>
          </a:bodyPr>
          <a:lstStyle/>
          <a:p>
            <a:pPr lvl="0"/>
            <a:r>
              <a:rPr lang="en-US" sz="8800" dirty="0"/>
              <a:t>Unit 1:</a:t>
            </a:r>
            <a:endParaRPr sz="8800" dirty="0"/>
          </a:p>
        </p:txBody>
      </p:sp>
      <p:pic>
        <p:nvPicPr>
          <p:cNvPr id="4" name="Picture 2" descr="Python - Free logo icons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250" b="99023" l="2344" r="100000">
                        <a14:foregroundMark x1="36719" y1="42578" x2="36719" y2="425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133" y="2477140"/>
            <a:ext cx="781319" cy="78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3681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0"/>
          <p:cNvPicPr preferRelativeResize="0"/>
          <p:nvPr/>
        </p:nvPicPr>
        <p:blipFill rotWithShape="1">
          <a:blip r:embed="rId3">
            <a:alphaModFix/>
          </a:blip>
          <a:srcRect l="24495" t="18187" r="9353" b="4812"/>
          <a:stretch/>
        </p:blipFill>
        <p:spPr>
          <a:xfrm>
            <a:off x="7279641" y="2250440"/>
            <a:ext cx="4432335" cy="3441699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0"/>
          <p:cNvSpPr txBox="1">
            <a:spLocks noGrp="1"/>
          </p:cNvSpPr>
          <p:nvPr>
            <p:ph type="body" idx="1"/>
          </p:nvPr>
        </p:nvSpPr>
        <p:spPr>
          <a:xfrm>
            <a:off x="747767" y="3089958"/>
            <a:ext cx="6176665" cy="284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Lucida Console" panose="020B0609040504020204" pitchFamily="49" charset="0"/>
              </a:rPr>
              <a:t>1. Simplicity and Clarity</a:t>
            </a:r>
            <a:r>
              <a:rPr lang="en-US" sz="2000" dirty="0">
                <a:latin typeface="Lucida Console" panose="020B0609040504020204" pitchFamily="49" charset="0"/>
              </a:rPr>
              <a:t>: </a:t>
            </a:r>
          </a:p>
          <a:p>
            <a:pPr marL="0" indent="0">
              <a:buNone/>
            </a:pPr>
            <a:r>
              <a:rPr lang="en-US" sz="2000" dirty="0">
                <a:latin typeface="Lucida Console" panose="020B0609040504020204" pitchFamily="49" charset="0"/>
              </a:rPr>
              <a:t>   Code resembles plain English.</a:t>
            </a:r>
          </a:p>
          <a:p>
            <a:pPr marL="0" indent="0">
              <a:buNone/>
            </a:pPr>
            <a:r>
              <a:rPr lang="en-US" sz="2000" dirty="0">
                <a:latin typeface="Lucida Console" panose="020B060904050402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latin typeface="Lucida Console" panose="020B0609040504020204" pitchFamily="49" charset="0"/>
              </a:rPr>
              <a:t>2. Immense Versatility</a:t>
            </a:r>
            <a:r>
              <a:rPr lang="en-US" sz="2000" dirty="0">
                <a:latin typeface="Lucida Console" panose="020B0609040504020204" pitchFamily="49" charset="0"/>
              </a:rPr>
              <a:t>: </a:t>
            </a:r>
          </a:p>
          <a:p>
            <a:pPr marL="0" indent="0">
              <a:buNone/>
            </a:pPr>
            <a:r>
              <a:rPr lang="en-US" sz="2000" dirty="0">
                <a:latin typeface="Lucida Console" panose="020B0609040504020204" pitchFamily="49" charset="0"/>
              </a:rPr>
              <a:t>   Web Development, Data Analysis, AI,</a:t>
            </a:r>
          </a:p>
          <a:p>
            <a:pPr marL="0" indent="0">
              <a:buNone/>
            </a:pPr>
            <a:endParaRPr lang="en-US" sz="200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latin typeface="Lucida Console" panose="020B0609040504020204" pitchFamily="49" charset="0"/>
              </a:rPr>
              <a:t>3. Community &amp; Support</a:t>
            </a:r>
            <a:r>
              <a:rPr lang="en-US" sz="2000" dirty="0">
                <a:latin typeface="Lucida Console" panose="020B0609040504020204" pitchFamily="49" charset="0"/>
              </a:rPr>
              <a:t>: </a:t>
            </a:r>
          </a:p>
          <a:p>
            <a:pPr marL="0" indent="0">
              <a:buNone/>
            </a:pPr>
            <a:r>
              <a:rPr lang="en-US" sz="2000" dirty="0">
                <a:latin typeface="Lucida Console" panose="020B0609040504020204" pitchFamily="49" charset="0"/>
              </a:rPr>
              <a:t>   Endless ready-made libraries.</a:t>
            </a:r>
            <a:endParaRPr sz="2000" dirty="0">
              <a:latin typeface="Lucida Console" panose="020B0609040504020204" pitchFamily="49" charset="0"/>
            </a:endParaRPr>
          </a:p>
        </p:txBody>
      </p:sp>
      <p:sp>
        <p:nvSpPr>
          <p:cNvPr id="362" name="Google Shape;362;p30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fr-F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Why Python?</a:t>
            </a:r>
            <a:endParaRPr dirty="0">
              <a:solidFill>
                <a:schemeClr val="dk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10032952" y="2579826"/>
            <a:ext cx="2159048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pic>
        <p:nvPicPr>
          <p:cNvPr id="1026" name="Picture 2" descr="Python - Free logo ic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250" b="99023" l="2344" r="100000">
                        <a14:foregroundMark x1="36719" y1="42578" x2="36719" y2="425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1157" y="2350102"/>
            <a:ext cx="781319" cy="78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7362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1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1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" grpId="0" uiExpand="1" build="p"/>
      <p:bldP spid="36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1"/>
          <p:cNvSpPr txBox="1">
            <a:spLocks noGrp="1"/>
          </p:cNvSpPr>
          <p:nvPr>
            <p:ph type="subTitle" idx="1"/>
          </p:nvPr>
        </p:nvSpPr>
        <p:spPr>
          <a:xfrm flipH="1">
            <a:off x="817113" y="3075929"/>
            <a:ext cx="5741343" cy="194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indent="-457200">
              <a:lnSpc>
                <a:spcPct val="150000"/>
              </a:lnSpc>
              <a:buAutoNum type="arabicPeriod"/>
            </a:pPr>
            <a:r>
              <a:rPr lang="en-US" sz="2000" b="1" dirty="0" smtClean="0">
                <a:latin typeface="Lucida Console" panose="020B0609040504020204" pitchFamily="49" charset="0"/>
              </a:rPr>
              <a:t>Install </a:t>
            </a:r>
            <a:r>
              <a:rPr lang="en-US" sz="2000" b="1" dirty="0">
                <a:latin typeface="Lucida Console" panose="020B0609040504020204" pitchFamily="49" charset="0"/>
              </a:rPr>
              <a:t>Python</a:t>
            </a:r>
            <a:r>
              <a:rPr lang="en-US" sz="2000" dirty="0">
                <a:latin typeface="Lucida Console" panose="020B0609040504020204" pitchFamily="49" charset="0"/>
              </a:rPr>
              <a:t>: </a:t>
            </a:r>
            <a:endParaRPr lang="en-US" sz="2000" dirty="0" smtClean="0">
              <a:latin typeface="Lucida Console" panose="020B0609040504020204" pitchFamily="49" charset="0"/>
            </a:endParaRPr>
          </a:p>
          <a:p>
            <a:pPr marL="0" indent="0">
              <a:lnSpc>
                <a:spcPct val="150000"/>
              </a:lnSpc>
            </a:pPr>
            <a:r>
              <a:rPr lang="en-US" sz="2000" dirty="0">
                <a:latin typeface="Lucida Console" panose="020B0609040504020204" pitchFamily="49" charset="0"/>
              </a:rPr>
              <a:t> </a:t>
            </a:r>
            <a:r>
              <a:rPr lang="en-US" sz="2000" dirty="0" smtClean="0">
                <a:latin typeface="Lucida Console" panose="020B0609040504020204" pitchFamily="49" charset="0"/>
              </a:rPr>
              <a:t>  From </a:t>
            </a:r>
            <a:r>
              <a:rPr lang="en-US" sz="2000" dirty="0">
                <a:latin typeface="Lucida Console" panose="020B0609040504020204" pitchFamily="49" charset="0"/>
              </a:rPr>
              <a:t>the official website</a:t>
            </a:r>
            <a:r>
              <a:rPr lang="en-US" sz="2000" dirty="0" smtClean="0">
                <a:latin typeface="Lucida Console" panose="020B0609040504020204" pitchFamily="49" charset="0"/>
              </a:rPr>
              <a:t>.</a:t>
            </a:r>
          </a:p>
          <a:p>
            <a:pPr marL="0" indent="0">
              <a:lnSpc>
                <a:spcPct val="150000"/>
              </a:lnSpc>
            </a:pPr>
            <a:r>
              <a:rPr lang="en-US" sz="2000" dirty="0" smtClean="0">
                <a:latin typeface="Lucida Console" panose="020B0609040504020204" pitchFamily="49" charset="0"/>
              </a:rPr>
              <a:t> </a:t>
            </a:r>
            <a:endParaRPr lang="en-US" sz="20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50000"/>
              </a:lnSpc>
            </a:pPr>
            <a:r>
              <a:rPr lang="en-US" sz="2000" b="1" dirty="0">
                <a:latin typeface="Lucida Console" panose="020B0609040504020204" pitchFamily="49" charset="0"/>
              </a:rPr>
              <a:t>2. Code Editor (IDE)</a:t>
            </a:r>
            <a:r>
              <a:rPr lang="en-US" sz="2000" dirty="0">
                <a:latin typeface="Lucida Console" panose="020B0609040504020204" pitchFamily="49" charset="0"/>
              </a:rPr>
              <a:t>: </a:t>
            </a:r>
          </a:p>
          <a:p>
            <a:pPr marL="0" indent="0">
              <a:lnSpc>
                <a:spcPct val="150000"/>
              </a:lnSpc>
            </a:pPr>
            <a:r>
              <a:rPr lang="en-US" sz="2000" dirty="0" smtClean="0">
                <a:latin typeface="Lucida Console" panose="020B0609040504020204" pitchFamily="49" charset="0"/>
              </a:rPr>
              <a:t>   VS </a:t>
            </a:r>
            <a:r>
              <a:rPr lang="en-US" sz="2000" dirty="0">
                <a:latin typeface="Lucida Console" panose="020B0609040504020204" pitchFamily="49" charset="0"/>
              </a:rPr>
              <a:t>Code is the preferred choice</a:t>
            </a:r>
            <a:r>
              <a:rPr lang="en-US" sz="2000" dirty="0" smtClean="0">
                <a:latin typeface="Lucida Console" panose="020B0609040504020204" pitchFamily="49" charset="0"/>
              </a:rPr>
              <a:t>.</a:t>
            </a:r>
          </a:p>
          <a:p>
            <a:pPr marL="0" indent="0">
              <a:lnSpc>
                <a:spcPct val="150000"/>
              </a:lnSpc>
            </a:pPr>
            <a:r>
              <a:rPr lang="en-US" sz="2000" dirty="0" smtClean="0">
                <a:latin typeface="Lucida Console" panose="020B0609040504020204" pitchFamily="49" charset="0"/>
              </a:rPr>
              <a:t> </a:t>
            </a:r>
            <a:endParaRPr lang="en-US" sz="20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50000"/>
              </a:lnSpc>
            </a:pPr>
            <a:r>
              <a:rPr lang="en-US" sz="2000" b="1" dirty="0">
                <a:latin typeface="Lucida Console" panose="020B0609040504020204" pitchFamily="49" charset="0"/>
              </a:rPr>
              <a:t>3. Your First </a:t>
            </a:r>
            <a:r>
              <a:rPr lang="en-US" sz="2000" b="1" dirty="0" smtClean="0">
                <a:latin typeface="Lucida Console" panose="020B0609040504020204" pitchFamily="49" charset="0"/>
              </a:rPr>
              <a:t>Code</a:t>
            </a:r>
            <a:r>
              <a:rPr lang="en-US" sz="2000" dirty="0" smtClean="0"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150000"/>
              </a:lnSpc>
            </a:pPr>
            <a:r>
              <a:rPr lang="en-US" sz="2000" dirty="0">
                <a:latin typeface="Lucida Console" panose="020B0609040504020204" pitchFamily="49" charset="0"/>
              </a:rPr>
              <a:t> </a:t>
            </a:r>
            <a:r>
              <a:rPr lang="en-US" sz="2000" dirty="0" smtClean="0">
                <a:latin typeface="Lucida Console" panose="020B0609040504020204" pitchFamily="49" charset="0"/>
              </a:rPr>
              <a:t>  print</a:t>
            </a:r>
            <a:r>
              <a:rPr lang="en-US" sz="2000" dirty="0">
                <a:latin typeface="Lucida Console" panose="020B0609040504020204" pitchFamily="49" charset="0"/>
              </a:rPr>
              <a:t>("Hello, Python!")</a:t>
            </a:r>
            <a:endParaRPr sz="2000" dirty="0">
              <a:latin typeface="Lucida Console" panose="020B0609040504020204" pitchFamily="49" charset="0"/>
            </a:endParaRPr>
          </a:p>
          <a:p>
            <a:pPr marL="0" indent="0"/>
            <a:endParaRPr dirty="0"/>
          </a:p>
          <a:p>
            <a:pPr marL="0" indent="0"/>
            <a:endParaRPr dirty="0"/>
          </a:p>
        </p:txBody>
      </p:sp>
      <p:sp>
        <p:nvSpPr>
          <p:cNvPr id="532" name="Google Shape;532;p41"/>
          <p:cNvSpPr txBox="1">
            <a:spLocks noGrp="1"/>
          </p:cNvSpPr>
          <p:nvPr>
            <p:ph type="title"/>
          </p:nvPr>
        </p:nvSpPr>
        <p:spPr>
          <a:xfrm>
            <a:off x="2666592" y="704072"/>
            <a:ext cx="7065617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fr-F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Setup </a:t>
            </a:r>
            <a:r>
              <a:rPr lang="fr-F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and First </a:t>
            </a:r>
            <a:r>
              <a:rPr lang="fr-F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Code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Google Shape;1168;p58"/>
          <p:cNvSpPr/>
          <p:nvPr/>
        </p:nvSpPr>
        <p:spPr>
          <a:xfrm>
            <a:off x="532188" y="2055051"/>
            <a:ext cx="158801" cy="217887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" name="Google Shape;1168;p58"/>
          <p:cNvSpPr/>
          <p:nvPr/>
        </p:nvSpPr>
        <p:spPr>
          <a:xfrm>
            <a:off x="532188" y="3455226"/>
            <a:ext cx="158801" cy="217887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5874543" y="2699886"/>
            <a:ext cx="5950543" cy="3581379"/>
            <a:chOff x="5874543" y="2699886"/>
            <a:chExt cx="5950543" cy="3581379"/>
          </a:xfrm>
        </p:grpSpPr>
        <p:sp>
          <p:nvSpPr>
            <p:cNvPr id="7" name="Google Shape;776;p49"/>
            <p:cNvSpPr/>
            <p:nvPr/>
          </p:nvSpPr>
          <p:spPr>
            <a:xfrm>
              <a:off x="6854963" y="2699886"/>
              <a:ext cx="3990135" cy="2702996"/>
            </a:xfrm>
            <a:custGeom>
              <a:avLst/>
              <a:gdLst/>
              <a:ahLst/>
              <a:cxnLst/>
              <a:rect l="l" t="t" r="r" b="b"/>
              <a:pathLst>
                <a:path w="165841" h="112344" extrusionOk="0">
                  <a:moveTo>
                    <a:pt x="6603" y="1"/>
                  </a:moveTo>
                  <a:cubicBezTo>
                    <a:pt x="3013" y="1"/>
                    <a:pt x="73" y="2917"/>
                    <a:pt x="73" y="6531"/>
                  </a:cubicBezTo>
                  <a:lnTo>
                    <a:pt x="1" y="110079"/>
                  </a:lnTo>
                  <a:cubicBezTo>
                    <a:pt x="1" y="111259"/>
                    <a:pt x="940" y="112199"/>
                    <a:pt x="2121" y="112199"/>
                  </a:cubicBezTo>
                  <a:lnTo>
                    <a:pt x="163624" y="112344"/>
                  </a:lnTo>
                  <a:cubicBezTo>
                    <a:pt x="164780" y="112344"/>
                    <a:pt x="165744" y="111380"/>
                    <a:pt x="165744" y="110199"/>
                  </a:cubicBezTo>
                  <a:lnTo>
                    <a:pt x="165841" y="6676"/>
                  </a:lnTo>
                  <a:cubicBezTo>
                    <a:pt x="165841" y="3061"/>
                    <a:pt x="162901" y="121"/>
                    <a:pt x="159310" y="121"/>
                  </a:cubicBezTo>
                  <a:lnTo>
                    <a:pt x="6603" y="1"/>
                  </a:lnTo>
                  <a:close/>
                </a:path>
              </a:pathLst>
            </a:custGeom>
            <a:solidFill>
              <a:srgbClr val="1B14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" name="Google Shape;777;p49"/>
            <p:cNvSpPr/>
            <p:nvPr/>
          </p:nvSpPr>
          <p:spPr>
            <a:xfrm>
              <a:off x="6854963" y="2699886"/>
              <a:ext cx="3990135" cy="2702996"/>
            </a:xfrm>
            <a:custGeom>
              <a:avLst/>
              <a:gdLst/>
              <a:ahLst/>
              <a:cxnLst/>
              <a:rect l="l" t="t" r="r" b="b"/>
              <a:pathLst>
                <a:path w="165841" h="112344" extrusionOk="0">
                  <a:moveTo>
                    <a:pt x="6603" y="1"/>
                  </a:moveTo>
                  <a:cubicBezTo>
                    <a:pt x="3013" y="1"/>
                    <a:pt x="73" y="2917"/>
                    <a:pt x="73" y="6531"/>
                  </a:cubicBezTo>
                  <a:lnTo>
                    <a:pt x="1" y="110079"/>
                  </a:lnTo>
                  <a:cubicBezTo>
                    <a:pt x="1" y="111259"/>
                    <a:pt x="940" y="112199"/>
                    <a:pt x="2121" y="112199"/>
                  </a:cubicBezTo>
                  <a:lnTo>
                    <a:pt x="163624" y="112344"/>
                  </a:lnTo>
                  <a:cubicBezTo>
                    <a:pt x="164780" y="112344"/>
                    <a:pt x="165744" y="111380"/>
                    <a:pt x="165744" y="110199"/>
                  </a:cubicBezTo>
                  <a:lnTo>
                    <a:pt x="165841" y="6676"/>
                  </a:lnTo>
                  <a:cubicBezTo>
                    <a:pt x="165841" y="3061"/>
                    <a:pt x="162901" y="121"/>
                    <a:pt x="159310" y="121"/>
                  </a:cubicBezTo>
                  <a:lnTo>
                    <a:pt x="66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" name="Google Shape;778;p49"/>
            <p:cNvSpPr/>
            <p:nvPr/>
          </p:nvSpPr>
          <p:spPr>
            <a:xfrm>
              <a:off x="6854963" y="2699886"/>
              <a:ext cx="3990135" cy="2702996"/>
            </a:xfrm>
            <a:custGeom>
              <a:avLst/>
              <a:gdLst/>
              <a:ahLst/>
              <a:cxnLst/>
              <a:rect l="l" t="t" r="r" b="b"/>
              <a:pathLst>
                <a:path w="165841" h="112344" extrusionOk="0">
                  <a:moveTo>
                    <a:pt x="6603" y="1"/>
                  </a:moveTo>
                  <a:cubicBezTo>
                    <a:pt x="3013" y="1"/>
                    <a:pt x="73" y="2917"/>
                    <a:pt x="73" y="6531"/>
                  </a:cubicBezTo>
                  <a:lnTo>
                    <a:pt x="1" y="110079"/>
                  </a:lnTo>
                  <a:cubicBezTo>
                    <a:pt x="1" y="111259"/>
                    <a:pt x="940" y="112199"/>
                    <a:pt x="2121" y="112199"/>
                  </a:cubicBezTo>
                  <a:lnTo>
                    <a:pt x="163624" y="112344"/>
                  </a:lnTo>
                  <a:cubicBezTo>
                    <a:pt x="164780" y="112344"/>
                    <a:pt x="165744" y="111380"/>
                    <a:pt x="165744" y="110199"/>
                  </a:cubicBezTo>
                  <a:lnTo>
                    <a:pt x="165841" y="6676"/>
                  </a:lnTo>
                  <a:cubicBezTo>
                    <a:pt x="165841" y="3061"/>
                    <a:pt x="162901" y="121"/>
                    <a:pt x="159310" y="121"/>
                  </a:cubicBezTo>
                  <a:lnTo>
                    <a:pt x="66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0" name="Google Shape;779;p49"/>
            <p:cNvSpPr/>
            <p:nvPr/>
          </p:nvSpPr>
          <p:spPr>
            <a:xfrm>
              <a:off x="5897737" y="6149056"/>
              <a:ext cx="5904588" cy="132209"/>
            </a:xfrm>
            <a:custGeom>
              <a:avLst/>
              <a:gdLst/>
              <a:ahLst/>
              <a:cxnLst/>
              <a:rect l="l" t="t" r="r" b="b"/>
              <a:pathLst>
                <a:path w="245411" h="5495" extrusionOk="0">
                  <a:moveTo>
                    <a:pt x="0" y="1"/>
                  </a:moveTo>
                  <a:lnTo>
                    <a:pt x="0" y="169"/>
                  </a:lnTo>
                  <a:cubicBezTo>
                    <a:pt x="0" y="3013"/>
                    <a:pt x="2314" y="5326"/>
                    <a:pt x="5157" y="5326"/>
                  </a:cubicBezTo>
                  <a:lnTo>
                    <a:pt x="240278" y="5495"/>
                  </a:lnTo>
                  <a:cubicBezTo>
                    <a:pt x="240293" y="5495"/>
                    <a:pt x="240307" y="5495"/>
                    <a:pt x="240322" y="5495"/>
                  </a:cubicBezTo>
                  <a:cubicBezTo>
                    <a:pt x="243121" y="5495"/>
                    <a:pt x="245411" y="3191"/>
                    <a:pt x="245411" y="362"/>
                  </a:cubicBezTo>
                  <a:lnTo>
                    <a:pt x="245411" y="19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780;p49"/>
            <p:cNvSpPr/>
            <p:nvPr/>
          </p:nvSpPr>
          <p:spPr>
            <a:xfrm>
              <a:off x="5874543" y="5389528"/>
              <a:ext cx="5950543" cy="796675"/>
            </a:xfrm>
            <a:custGeom>
              <a:avLst/>
              <a:gdLst/>
              <a:ahLst/>
              <a:cxnLst/>
              <a:rect l="l" t="t" r="r" b="b"/>
              <a:pathLst>
                <a:path w="247321" h="33112" extrusionOk="0">
                  <a:moveTo>
                    <a:pt x="46147" y="1"/>
                  </a:moveTo>
                  <a:cubicBezTo>
                    <a:pt x="43328" y="1"/>
                    <a:pt x="39930" y="844"/>
                    <a:pt x="38605" y="1904"/>
                  </a:cubicBezTo>
                  <a:lnTo>
                    <a:pt x="1350" y="31038"/>
                  </a:lnTo>
                  <a:cubicBezTo>
                    <a:pt x="0" y="32075"/>
                    <a:pt x="2362" y="32942"/>
                    <a:pt x="6627" y="32942"/>
                  </a:cubicBezTo>
                  <a:lnTo>
                    <a:pt x="240712" y="33111"/>
                  </a:lnTo>
                  <a:cubicBezTo>
                    <a:pt x="240770" y="33111"/>
                    <a:pt x="240827" y="33111"/>
                    <a:pt x="240884" y="33111"/>
                  </a:cubicBezTo>
                  <a:cubicBezTo>
                    <a:pt x="245017" y="33111"/>
                    <a:pt x="247321" y="32253"/>
                    <a:pt x="246013" y="31231"/>
                  </a:cubicBezTo>
                  <a:lnTo>
                    <a:pt x="209337" y="2025"/>
                  </a:lnTo>
                  <a:cubicBezTo>
                    <a:pt x="208011" y="989"/>
                    <a:pt x="204662" y="121"/>
                    <a:pt x="201818" y="121"/>
                  </a:cubicBezTo>
                  <a:lnTo>
                    <a:pt x="46147" y="1"/>
                  </a:lnTo>
                  <a:close/>
                </a:path>
              </a:pathLst>
            </a:custGeom>
            <a:solidFill>
              <a:srgbClr val="FFFFFF">
                <a:alpha val="564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781;p49"/>
            <p:cNvSpPr/>
            <p:nvPr/>
          </p:nvSpPr>
          <p:spPr>
            <a:xfrm>
              <a:off x="7768137" y="5850471"/>
              <a:ext cx="2163788" cy="282368"/>
            </a:xfrm>
            <a:custGeom>
              <a:avLst/>
              <a:gdLst/>
              <a:ahLst/>
              <a:cxnLst/>
              <a:rect l="l" t="t" r="r" b="b"/>
              <a:pathLst>
                <a:path w="89933" h="11736" extrusionOk="0">
                  <a:moveTo>
                    <a:pt x="6073" y="0"/>
                  </a:moveTo>
                  <a:lnTo>
                    <a:pt x="0" y="11664"/>
                  </a:lnTo>
                  <a:lnTo>
                    <a:pt x="89933" y="11736"/>
                  </a:lnTo>
                  <a:lnTo>
                    <a:pt x="84101" y="73"/>
                  </a:lnTo>
                  <a:lnTo>
                    <a:pt x="6073" y="0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782;p49"/>
            <p:cNvSpPr/>
            <p:nvPr/>
          </p:nvSpPr>
          <p:spPr>
            <a:xfrm>
              <a:off x="7037603" y="5419100"/>
              <a:ext cx="274837" cy="73071"/>
            </a:xfrm>
            <a:custGeom>
              <a:avLst/>
              <a:gdLst/>
              <a:ahLst/>
              <a:cxnLst/>
              <a:rect l="l" t="t" r="r" b="b"/>
              <a:pathLst>
                <a:path w="11423" h="3037" extrusionOk="0">
                  <a:moveTo>
                    <a:pt x="3928" y="1"/>
                  </a:moveTo>
                  <a:cubicBezTo>
                    <a:pt x="3519" y="1"/>
                    <a:pt x="3061" y="121"/>
                    <a:pt x="2916" y="266"/>
                  </a:cubicBezTo>
                  <a:lnTo>
                    <a:pt x="169" y="2748"/>
                  </a:lnTo>
                  <a:cubicBezTo>
                    <a:pt x="0" y="2916"/>
                    <a:pt x="217" y="3013"/>
                    <a:pt x="627" y="3013"/>
                  </a:cubicBezTo>
                  <a:lnTo>
                    <a:pt x="7808" y="3037"/>
                  </a:lnTo>
                  <a:cubicBezTo>
                    <a:pt x="8242" y="3037"/>
                    <a:pt x="8700" y="2916"/>
                    <a:pt x="8844" y="2772"/>
                  </a:cubicBezTo>
                  <a:lnTo>
                    <a:pt x="11278" y="266"/>
                  </a:lnTo>
                  <a:cubicBezTo>
                    <a:pt x="11423" y="121"/>
                    <a:pt x="11206" y="1"/>
                    <a:pt x="10796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783;p49"/>
            <p:cNvSpPr/>
            <p:nvPr/>
          </p:nvSpPr>
          <p:spPr>
            <a:xfrm>
              <a:off x="7282269" y="5419100"/>
              <a:ext cx="264420" cy="73071"/>
            </a:xfrm>
            <a:custGeom>
              <a:avLst/>
              <a:gdLst/>
              <a:ahLst/>
              <a:cxnLst/>
              <a:rect l="l" t="t" r="r" b="b"/>
              <a:pathLst>
                <a:path w="10990" h="3037" extrusionOk="0">
                  <a:moveTo>
                    <a:pt x="3495" y="1"/>
                  </a:moveTo>
                  <a:cubicBezTo>
                    <a:pt x="3085" y="1"/>
                    <a:pt x="2651" y="121"/>
                    <a:pt x="2507" y="266"/>
                  </a:cubicBezTo>
                  <a:lnTo>
                    <a:pt x="121" y="2772"/>
                  </a:lnTo>
                  <a:cubicBezTo>
                    <a:pt x="1" y="2916"/>
                    <a:pt x="217" y="3037"/>
                    <a:pt x="651" y="3037"/>
                  </a:cubicBezTo>
                  <a:lnTo>
                    <a:pt x="7832" y="3037"/>
                  </a:lnTo>
                  <a:cubicBezTo>
                    <a:pt x="8242" y="3037"/>
                    <a:pt x="8676" y="2916"/>
                    <a:pt x="8796" y="2772"/>
                  </a:cubicBezTo>
                  <a:lnTo>
                    <a:pt x="10869" y="266"/>
                  </a:lnTo>
                  <a:cubicBezTo>
                    <a:pt x="10989" y="121"/>
                    <a:pt x="10772" y="1"/>
                    <a:pt x="10363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784;p49"/>
            <p:cNvSpPr/>
            <p:nvPr/>
          </p:nvSpPr>
          <p:spPr>
            <a:xfrm>
              <a:off x="7526358" y="5419100"/>
              <a:ext cx="255132" cy="73071"/>
            </a:xfrm>
            <a:custGeom>
              <a:avLst/>
              <a:gdLst/>
              <a:ahLst/>
              <a:cxnLst/>
              <a:rect l="l" t="t" r="r" b="b"/>
              <a:pathLst>
                <a:path w="10604" h="3037" extrusionOk="0">
                  <a:moveTo>
                    <a:pt x="3085" y="1"/>
                  </a:moveTo>
                  <a:cubicBezTo>
                    <a:pt x="2675" y="1"/>
                    <a:pt x="2242" y="121"/>
                    <a:pt x="2121" y="266"/>
                  </a:cubicBezTo>
                  <a:lnTo>
                    <a:pt x="121" y="2772"/>
                  </a:lnTo>
                  <a:cubicBezTo>
                    <a:pt x="1" y="2916"/>
                    <a:pt x="242" y="3037"/>
                    <a:pt x="675" y="3037"/>
                  </a:cubicBezTo>
                  <a:lnTo>
                    <a:pt x="7856" y="3037"/>
                  </a:lnTo>
                  <a:cubicBezTo>
                    <a:pt x="8266" y="3037"/>
                    <a:pt x="8700" y="2916"/>
                    <a:pt x="8796" y="2772"/>
                  </a:cubicBezTo>
                  <a:lnTo>
                    <a:pt x="10507" y="290"/>
                  </a:lnTo>
                  <a:cubicBezTo>
                    <a:pt x="10604" y="121"/>
                    <a:pt x="10339" y="1"/>
                    <a:pt x="9953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785;p49"/>
            <p:cNvSpPr/>
            <p:nvPr/>
          </p:nvSpPr>
          <p:spPr>
            <a:xfrm>
              <a:off x="7771024" y="5419677"/>
              <a:ext cx="244715" cy="73071"/>
            </a:xfrm>
            <a:custGeom>
              <a:avLst/>
              <a:gdLst/>
              <a:ahLst/>
              <a:cxnLst/>
              <a:rect l="l" t="t" r="r" b="b"/>
              <a:pathLst>
                <a:path w="10171" h="3037" extrusionOk="0">
                  <a:moveTo>
                    <a:pt x="2627" y="1"/>
                  </a:moveTo>
                  <a:cubicBezTo>
                    <a:pt x="2242" y="1"/>
                    <a:pt x="1832" y="97"/>
                    <a:pt x="1736" y="266"/>
                  </a:cubicBezTo>
                  <a:lnTo>
                    <a:pt x="97" y="2748"/>
                  </a:lnTo>
                  <a:cubicBezTo>
                    <a:pt x="1" y="2917"/>
                    <a:pt x="242" y="3013"/>
                    <a:pt x="676" y="3013"/>
                  </a:cubicBezTo>
                  <a:lnTo>
                    <a:pt x="7857" y="3037"/>
                  </a:lnTo>
                  <a:cubicBezTo>
                    <a:pt x="8266" y="3037"/>
                    <a:pt x="8676" y="2917"/>
                    <a:pt x="8772" y="2772"/>
                  </a:cubicBezTo>
                  <a:lnTo>
                    <a:pt x="10098" y="266"/>
                  </a:lnTo>
                  <a:cubicBezTo>
                    <a:pt x="10170" y="121"/>
                    <a:pt x="9905" y="1"/>
                    <a:pt x="9519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786;p49"/>
            <p:cNvSpPr/>
            <p:nvPr/>
          </p:nvSpPr>
          <p:spPr>
            <a:xfrm>
              <a:off x="8015112" y="5419677"/>
              <a:ext cx="235427" cy="73071"/>
            </a:xfrm>
            <a:custGeom>
              <a:avLst/>
              <a:gdLst/>
              <a:ahLst/>
              <a:cxnLst/>
              <a:rect l="l" t="t" r="r" b="b"/>
              <a:pathLst>
                <a:path w="9785" h="3037" extrusionOk="0">
                  <a:moveTo>
                    <a:pt x="2218" y="1"/>
                  </a:moveTo>
                  <a:cubicBezTo>
                    <a:pt x="1832" y="1"/>
                    <a:pt x="1423" y="121"/>
                    <a:pt x="1350" y="266"/>
                  </a:cubicBezTo>
                  <a:lnTo>
                    <a:pt x="73" y="2772"/>
                  </a:lnTo>
                  <a:cubicBezTo>
                    <a:pt x="1" y="2917"/>
                    <a:pt x="290" y="3037"/>
                    <a:pt x="700" y="3037"/>
                  </a:cubicBezTo>
                  <a:lnTo>
                    <a:pt x="7881" y="3037"/>
                  </a:lnTo>
                  <a:cubicBezTo>
                    <a:pt x="8315" y="3037"/>
                    <a:pt x="8700" y="2917"/>
                    <a:pt x="8748" y="2772"/>
                  </a:cubicBezTo>
                  <a:lnTo>
                    <a:pt x="9712" y="266"/>
                  </a:lnTo>
                  <a:cubicBezTo>
                    <a:pt x="9785" y="121"/>
                    <a:pt x="9495" y="1"/>
                    <a:pt x="9086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787;p49"/>
            <p:cNvSpPr/>
            <p:nvPr/>
          </p:nvSpPr>
          <p:spPr>
            <a:xfrm>
              <a:off x="8260380" y="5419677"/>
              <a:ext cx="225563" cy="73071"/>
            </a:xfrm>
            <a:custGeom>
              <a:avLst/>
              <a:gdLst/>
              <a:ahLst/>
              <a:cxnLst/>
              <a:rect l="l" t="t" r="r" b="b"/>
              <a:pathLst>
                <a:path w="9375" h="3037" extrusionOk="0">
                  <a:moveTo>
                    <a:pt x="1808" y="1"/>
                  </a:moveTo>
                  <a:cubicBezTo>
                    <a:pt x="1398" y="1"/>
                    <a:pt x="1036" y="121"/>
                    <a:pt x="964" y="266"/>
                  </a:cubicBezTo>
                  <a:lnTo>
                    <a:pt x="48" y="2772"/>
                  </a:lnTo>
                  <a:cubicBezTo>
                    <a:pt x="0" y="2917"/>
                    <a:pt x="314" y="3037"/>
                    <a:pt x="723" y="3037"/>
                  </a:cubicBezTo>
                  <a:lnTo>
                    <a:pt x="7904" y="3037"/>
                  </a:lnTo>
                  <a:cubicBezTo>
                    <a:pt x="8338" y="3037"/>
                    <a:pt x="8700" y="2917"/>
                    <a:pt x="8724" y="2772"/>
                  </a:cubicBezTo>
                  <a:lnTo>
                    <a:pt x="9350" y="266"/>
                  </a:lnTo>
                  <a:cubicBezTo>
                    <a:pt x="9374" y="121"/>
                    <a:pt x="9085" y="1"/>
                    <a:pt x="8675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788;p49"/>
            <p:cNvSpPr/>
            <p:nvPr/>
          </p:nvSpPr>
          <p:spPr>
            <a:xfrm>
              <a:off x="8505046" y="5419676"/>
              <a:ext cx="215697" cy="73672"/>
            </a:xfrm>
            <a:custGeom>
              <a:avLst/>
              <a:gdLst/>
              <a:ahLst/>
              <a:cxnLst/>
              <a:rect l="l" t="t" r="r" b="b"/>
              <a:pathLst>
                <a:path w="8965" h="3062" extrusionOk="0">
                  <a:moveTo>
                    <a:pt x="1374" y="1"/>
                  </a:moveTo>
                  <a:cubicBezTo>
                    <a:pt x="964" y="1"/>
                    <a:pt x="603" y="121"/>
                    <a:pt x="579" y="290"/>
                  </a:cubicBezTo>
                  <a:lnTo>
                    <a:pt x="25" y="2772"/>
                  </a:lnTo>
                  <a:cubicBezTo>
                    <a:pt x="0" y="2917"/>
                    <a:pt x="314" y="3037"/>
                    <a:pt x="723" y="3037"/>
                  </a:cubicBezTo>
                  <a:lnTo>
                    <a:pt x="7905" y="3061"/>
                  </a:lnTo>
                  <a:cubicBezTo>
                    <a:pt x="8338" y="3061"/>
                    <a:pt x="8676" y="2941"/>
                    <a:pt x="8700" y="2796"/>
                  </a:cubicBezTo>
                  <a:lnTo>
                    <a:pt x="8941" y="290"/>
                  </a:lnTo>
                  <a:cubicBezTo>
                    <a:pt x="8965" y="145"/>
                    <a:pt x="8627" y="25"/>
                    <a:pt x="8242" y="25"/>
                  </a:cubicBezTo>
                  <a:lnTo>
                    <a:pt x="1374" y="1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789;p49"/>
            <p:cNvSpPr/>
            <p:nvPr/>
          </p:nvSpPr>
          <p:spPr>
            <a:xfrm>
              <a:off x="8749135" y="5420254"/>
              <a:ext cx="209323" cy="73095"/>
            </a:xfrm>
            <a:custGeom>
              <a:avLst/>
              <a:gdLst/>
              <a:ahLst/>
              <a:cxnLst/>
              <a:rect l="l" t="t" r="r" b="b"/>
              <a:pathLst>
                <a:path w="8700" h="3038" extrusionOk="0">
                  <a:moveTo>
                    <a:pt x="940" y="1"/>
                  </a:moveTo>
                  <a:cubicBezTo>
                    <a:pt x="555" y="1"/>
                    <a:pt x="217" y="121"/>
                    <a:pt x="193" y="266"/>
                  </a:cubicBezTo>
                  <a:lnTo>
                    <a:pt x="25" y="2772"/>
                  </a:lnTo>
                  <a:cubicBezTo>
                    <a:pt x="1" y="2917"/>
                    <a:pt x="338" y="3037"/>
                    <a:pt x="772" y="3037"/>
                  </a:cubicBezTo>
                  <a:lnTo>
                    <a:pt x="7953" y="3037"/>
                  </a:lnTo>
                  <a:cubicBezTo>
                    <a:pt x="8362" y="3037"/>
                    <a:pt x="8700" y="2917"/>
                    <a:pt x="8700" y="2772"/>
                  </a:cubicBezTo>
                  <a:lnTo>
                    <a:pt x="8555" y="266"/>
                  </a:lnTo>
                  <a:cubicBezTo>
                    <a:pt x="8555" y="121"/>
                    <a:pt x="8218" y="1"/>
                    <a:pt x="7808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790;p49"/>
            <p:cNvSpPr/>
            <p:nvPr/>
          </p:nvSpPr>
          <p:spPr>
            <a:xfrm>
              <a:off x="8988580" y="5420254"/>
              <a:ext cx="213965" cy="73095"/>
            </a:xfrm>
            <a:custGeom>
              <a:avLst/>
              <a:gdLst/>
              <a:ahLst/>
              <a:cxnLst/>
              <a:rect l="l" t="t" r="r" b="b"/>
              <a:pathLst>
                <a:path w="8893" h="3038" extrusionOk="0">
                  <a:moveTo>
                    <a:pt x="724" y="1"/>
                  </a:moveTo>
                  <a:cubicBezTo>
                    <a:pt x="338" y="1"/>
                    <a:pt x="1" y="121"/>
                    <a:pt x="25" y="266"/>
                  </a:cubicBezTo>
                  <a:lnTo>
                    <a:pt x="194" y="2772"/>
                  </a:lnTo>
                  <a:cubicBezTo>
                    <a:pt x="218" y="2917"/>
                    <a:pt x="555" y="3037"/>
                    <a:pt x="989" y="3037"/>
                  </a:cubicBezTo>
                  <a:lnTo>
                    <a:pt x="8170" y="3037"/>
                  </a:lnTo>
                  <a:cubicBezTo>
                    <a:pt x="8580" y="3037"/>
                    <a:pt x="8893" y="2917"/>
                    <a:pt x="8869" y="2772"/>
                  </a:cubicBezTo>
                  <a:lnTo>
                    <a:pt x="8387" y="266"/>
                  </a:lnTo>
                  <a:cubicBezTo>
                    <a:pt x="8363" y="121"/>
                    <a:pt x="8001" y="1"/>
                    <a:pt x="7592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791;p49"/>
            <p:cNvSpPr/>
            <p:nvPr/>
          </p:nvSpPr>
          <p:spPr>
            <a:xfrm>
              <a:off x="9223406" y="5420254"/>
              <a:ext cx="223831" cy="73672"/>
            </a:xfrm>
            <a:custGeom>
              <a:avLst/>
              <a:gdLst/>
              <a:ahLst/>
              <a:cxnLst/>
              <a:rect l="l" t="t" r="r" b="b"/>
              <a:pathLst>
                <a:path w="9303" h="3062" extrusionOk="0">
                  <a:moveTo>
                    <a:pt x="699" y="1"/>
                  </a:moveTo>
                  <a:cubicBezTo>
                    <a:pt x="290" y="1"/>
                    <a:pt x="0" y="121"/>
                    <a:pt x="25" y="266"/>
                  </a:cubicBezTo>
                  <a:lnTo>
                    <a:pt x="579" y="2772"/>
                  </a:lnTo>
                  <a:cubicBezTo>
                    <a:pt x="603" y="2917"/>
                    <a:pt x="964" y="3037"/>
                    <a:pt x="1398" y="3037"/>
                  </a:cubicBezTo>
                  <a:lnTo>
                    <a:pt x="8579" y="3061"/>
                  </a:lnTo>
                  <a:cubicBezTo>
                    <a:pt x="8989" y="3061"/>
                    <a:pt x="9302" y="2941"/>
                    <a:pt x="9254" y="2796"/>
                  </a:cubicBezTo>
                  <a:lnTo>
                    <a:pt x="8386" y="290"/>
                  </a:lnTo>
                  <a:cubicBezTo>
                    <a:pt x="8338" y="145"/>
                    <a:pt x="7977" y="25"/>
                    <a:pt x="7567" y="25"/>
                  </a:cubicBezTo>
                  <a:lnTo>
                    <a:pt x="699" y="1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792;p49"/>
            <p:cNvSpPr/>
            <p:nvPr/>
          </p:nvSpPr>
          <p:spPr>
            <a:xfrm>
              <a:off x="9469227" y="5420832"/>
              <a:ext cx="234272" cy="73095"/>
            </a:xfrm>
            <a:custGeom>
              <a:avLst/>
              <a:gdLst/>
              <a:ahLst/>
              <a:cxnLst/>
              <a:rect l="l" t="t" r="r" b="b"/>
              <a:pathLst>
                <a:path w="9737" h="3038" extrusionOk="0">
                  <a:moveTo>
                    <a:pt x="676" y="1"/>
                  </a:moveTo>
                  <a:cubicBezTo>
                    <a:pt x="290" y="1"/>
                    <a:pt x="1" y="121"/>
                    <a:pt x="49" y="266"/>
                  </a:cubicBezTo>
                  <a:lnTo>
                    <a:pt x="989" y="2772"/>
                  </a:lnTo>
                  <a:cubicBezTo>
                    <a:pt x="1037" y="2917"/>
                    <a:pt x="1423" y="3037"/>
                    <a:pt x="1832" y="3037"/>
                  </a:cubicBezTo>
                  <a:lnTo>
                    <a:pt x="9013" y="3037"/>
                  </a:lnTo>
                  <a:cubicBezTo>
                    <a:pt x="9447" y="3037"/>
                    <a:pt x="9736" y="2917"/>
                    <a:pt x="9664" y="2772"/>
                  </a:cubicBezTo>
                  <a:lnTo>
                    <a:pt x="8411" y="266"/>
                  </a:lnTo>
                  <a:cubicBezTo>
                    <a:pt x="8339" y="121"/>
                    <a:pt x="7953" y="1"/>
                    <a:pt x="7543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793;p49"/>
            <p:cNvSpPr/>
            <p:nvPr/>
          </p:nvSpPr>
          <p:spPr>
            <a:xfrm>
              <a:off x="9703476" y="5420832"/>
              <a:ext cx="244113" cy="73095"/>
            </a:xfrm>
            <a:custGeom>
              <a:avLst/>
              <a:gdLst/>
              <a:ahLst/>
              <a:cxnLst/>
              <a:rect l="l" t="t" r="r" b="b"/>
              <a:pathLst>
                <a:path w="10146" h="3038" extrusionOk="0">
                  <a:moveTo>
                    <a:pt x="675" y="1"/>
                  </a:moveTo>
                  <a:cubicBezTo>
                    <a:pt x="265" y="1"/>
                    <a:pt x="0" y="121"/>
                    <a:pt x="97" y="266"/>
                  </a:cubicBezTo>
                  <a:lnTo>
                    <a:pt x="1374" y="2772"/>
                  </a:lnTo>
                  <a:cubicBezTo>
                    <a:pt x="1446" y="2917"/>
                    <a:pt x="1856" y="3037"/>
                    <a:pt x="2290" y="3037"/>
                  </a:cubicBezTo>
                  <a:lnTo>
                    <a:pt x="9471" y="3037"/>
                  </a:lnTo>
                  <a:cubicBezTo>
                    <a:pt x="9880" y="3037"/>
                    <a:pt x="10145" y="2917"/>
                    <a:pt x="10049" y="2772"/>
                  </a:cubicBezTo>
                  <a:lnTo>
                    <a:pt x="8459" y="266"/>
                  </a:lnTo>
                  <a:cubicBezTo>
                    <a:pt x="8362" y="121"/>
                    <a:pt x="7953" y="1"/>
                    <a:pt x="7543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794;p49"/>
            <p:cNvSpPr/>
            <p:nvPr/>
          </p:nvSpPr>
          <p:spPr>
            <a:xfrm>
              <a:off x="9938277" y="5420831"/>
              <a:ext cx="253977" cy="73672"/>
            </a:xfrm>
            <a:custGeom>
              <a:avLst/>
              <a:gdLst/>
              <a:ahLst/>
              <a:cxnLst/>
              <a:rect l="l" t="t" r="r" b="b"/>
              <a:pathLst>
                <a:path w="10556" h="3062" extrusionOk="0">
                  <a:moveTo>
                    <a:pt x="652" y="1"/>
                  </a:moveTo>
                  <a:cubicBezTo>
                    <a:pt x="242" y="1"/>
                    <a:pt x="1" y="121"/>
                    <a:pt x="97" y="266"/>
                  </a:cubicBezTo>
                  <a:lnTo>
                    <a:pt x="1760" y="2772"/>
                  </a:lnTo>
                  <a:cubicBezTo>
                    <a:pt x="1856" y="2917"/>
                    <a:pt x="2266" y="3037"/>
                    <a:pt x="2700" y="3037"/>
                  </a:cubicBezTo>
                  <a:lnTo>
                    <a:pt x="9881" y="3061"/>
                  </a:lnTo>
                  <a:cubicBezTo>
                    <a:pt x="10291" y="3061"/>
                    <a:pt x="10556" y="2941"/>
                    <a:pt x="10435" y="2796"/>
                  </a:cubicBezTo>
                  <a:lnTo>
                    <a:pt x="8459" y="290"/>
                  </a:lnTo>
                  <a:cubicBezTo>
                    <a:pt x="8339" y="145"/>
                    <a:pt x="7929" y="25"/>
                    <a:pt x="7519" y="25"/>
                  </a:cubicBezTo>
                  <a:lnTo>
                    <a:pt x="652" y="1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795;p49"/>
            <p:cNvSpPr/>
            <p:nvPr/>
          </p:nvSpPr>
          <p:spPr>
            <a:xfrm>
              <a:off x="10172525" y="5421433"/>
              <a:ext cx="263817" cy="73071"/>
            </a:xfrm>
            <a:custGeom>
              <a:avLst/>
              <a:gdLst/>
              <a:ahLst/>
              <a:cxnLst/>
              <a:rect l="l" t="t" r="r" b="b"/>
              <a:pathLst>
                <a:path w="10965" h="3037" extrusionOk="0">
                  <a:moveTo>
                    <a:pt x="651" y="0"/>
                  </a:moveTo>
                  <a:cubicBezTo>
                    <a:pt x="241" y="0"/>
                    <a:pt x="0" y="120"/>
                    <a:pt x="121" y="265"/>
                  </a:cubicBezTo>
                  <a:lnTo>
                    <a:pt x="2145" y="2771"/>
                  </a:lnTo>
                  <a:cubicBezTo>
                    <a:pt x="2266" y="2916"/>
                    <a:pt x="2723" y="3036"/>
                    <a:pt x="3133" y="3036"/>
                  </a:cubicBezTo>
                  <a:lnTo>
                    <a:pt x="10314" y="3036"/>
                  </a:lnTo>
                  <a:cubicBezTo>
                    <a:pt x="10748" y="3036"/>
                    <a:pt x="10965" y="2916"/>
                    <a:pt x="10820" y="2771"/>
                  </a:cubicBezTo>
                  <a:lnTo>
                    <a:pt x="8483" y="265"/>
                  </a:lnTo>
                  <a:cubicBezTo>
                    <a:pt x="8362" y="120"/>
                    <a:pt x="7928" y="0"/>
                    <a:pt x="7519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796;p49"/>
            <p:cNvSpPr/>
            <p:nvPr/>
          </p:nvSpPr>
          <p:spPr>
            <a:xfrm>
              <a:off x="10407325" y="5421433"/>
              <a:ext cx="273683" cy="73071"/>
            </a:xfrm>
            <a:custGeom>
              <a:avLst/>
              <a:gdLst/>
              <a:ahLst/>
              <a:cxnLst/>
              <a:rect l="l" t="t" r="r" b="b"/>
              <a:pathLst>
                <a:path w="11375" h="3037" extrusionOk="0">
                  <a:moveTo>
                    <a:pt x="627" y="0"/>
                  </a:moveTo>
                  <a:cubicBezTo>
                    <a:pt x="218" y="0"/>
                    <a:pt x="1" y="120"/>
                    <a:pt x="145" y="265"/>
                  </a:cubicBezTo>
                  <a:lnTo>
                    <a:pt x="2531" y="2771"/>
                  </a:lnTo>
                  <a:cubicBezTo>
                    <a:pt x="2676" y="2916"/>
                    <a:pt x="3134" y="3036"/>
                    <a:pt x="3543" y="3036"/>
                  </a:cubicBezTo>
                  <a:lnTo>
                    <a:pt x="10724" y="3036"/>
                  </a:lnTo>
                  <a:cubicBezTo>
                    <a:pt x="11158" y="3036"/>
                    <a:pt x="11375" y="2916"/>
                    <a:pt x="11206" y="2771"/>
                  </a:cubicBezTo>
                  <a:lnTo>
                    <a:pt x="8507" y="265"/>
                  </a:lnTo>
                  <a:cubicBezTo>
                    <a:pt x="8339" y="120"/>
                    <a:pt x="7881" y="0"/>
                    <a:pt x="7495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797;p49"/>
            <p:cNvSpPr/>
            <p:nvPr/>
          </p:nvSpPr>
          <p:spPr>
            <a:xfrm>
              <a:off x="6945981" y="5502588"/>
              <a:ext cx="387920" cy="73071"/>
            </a:xfrm>
            <a:custGeom>
              <a:avLst/>
              <a:gdLst/>
              <a:ahLst/>
              <a:cxnLst/>
              <a:rect l="l" t="t" r="r" b="b"/>
              <a:pathLst>
                <a:path w="16123" h="3037" extrusionOk="0">
                  <a:moveTo>
                    <a:pt x="3977" y="1"/>
                  </a:moveTo>
                  <a:cubicBezTo>
                    <a:pt x="3543" y="1"/>
                    <a:pt x="3061" y="121"/>
                    <a:pt x="2917" y="266"/>
                  </a:cubicBezTo>
                  <a:lnTo>
                    <a:pt x="170" y="2748"/>
                  </a:lnTo>
                  <a:cubicBezTo>
                    <a:pt x="1" y="2916"/>
                    <a:pt x="242" y="3037"/>
                    <a:pt x="676" y="3037"/>
                  </a:cubicBezTo>
                  <a:lnTo>
                    <a:pt x="12676" y="3037"/>
                  </a:lnTo>
                  <a:cubicBezTo>
                    <a:pt x="13110" y="3037"/>
                    <a:pt x="13568" y="2916"/>
                    <a:pt x="13712" y="2772"/>
                  </a:cubicBezTo>
                  <a:lnTo>
                    <a:pt x="16002" y="266"/>
                  </a:lnTo>
                  <a:cubicBezTo>
                    <a:pt x="16122" y="121"/>
                    <a:pt x="15881" y="1"/>
                    <a:pt x="15472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798;p49"/>
            <p:cNvSpPr/>
            <p:nvPr/>
          </p:nvSpPr>
          <p:spPr>
            <a:xfrm>
              <a:off x="7307195" y="5502588"/>
              <a:ext cx="271373" cy="73071"/>
            </a:xfrm>
            <a:custGeom>
              <a:avLst/>
              <a:gdLst/>
              <a:ahLst/>
              <a:cxnLst/>
              <a:rect l="l" t="t" r="r" b="b"/>
              <a:pathLst>
                <a:path w="11279" h="3037" extrusionOk="0">
                  <a:moveTo>
                    <a:pt x="3374" y="1"/>
                  </a:moveTo>
                  <a:cubicBezTo>
                    <a:pt x="2941" y="1"/>
                    <a:pt x="2483" y="121"/>
                    <a:pt x="2362" y="266"/>
                  </a:cubicBezTo>
                  <a:lnTo>
                    <a:pt x="121" y="2772"/>
                  </a:lnTo>
                  <a:cubicBezTo>
                    <a:pt x="1" y="2916"/>
                    <a:pt x="242" y="3037"/>
                    <a:pt x="700" y="3037"/>
                  </a:cubicBezTo>
                  <a:lnTo>
                    <a:pt x="8242" y="3037"/>
                  </a:lnTo>
                  <a:cubicBezTo>
                    <a:pt x="8676" y="3037"/>
                    <a:pt x="9134" y="2916"/>
                    <a:pt x="9230" y="2772"/>
                  </a:cubicBezTo>
                  <a:lnTo>
                    <a:pt x="11158" y="266"/>
                  </a:lnTo>
                  <a:cubicBezTo>
                    <a:pt x="11278" y="121"/>
                    <a:pt x="11013" y="1"/>
                    <a:pt x="10580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799;p49"/>
            <p:cNvSpPr/>
            <p:nvPr/>
          </p:nvSpPr>
          <p:spPr>
            <a:xfrm>
              <a:off x="7563458" y="5502587"/>
              <a:ext cx="261508" cy="73672"/>
            </a:xfrm>
            <a:custGeom>
              <a:avLst/>
              <a:gdLst/>
              <a:ahLst/>
              <a:cxnLst/>
              <a:rect l="l" t="t" r="r" b="b"/>
              <a:pathLst>
                <a:path w="10869" h="3062" extrusionOk="0">
                  <a:moveTo>
                    <a:pt x="2941" y="1"/>
                  </a:moveTo>
                  <a:cubicBezTo>
                    <a:pt x="2531" y="1"/>
                    <a:pt x="2097" y="121"/>
                    <a:pt x="1977" y="266"/>
                  </a:cubicBezTo>
                  <a:lnTo>
                    <a:pt x="121" y="2772"/>
                  </a:lnTo>
                  <a:cubicBezTo>
                    <a:pt x="1" y="2916"/>
                    <a:pt x="290" y="3037"/>
                    <a:pt x="724" y="3037"/>
                  </a:cubicBezTo>
                  <a:lnTo>
                    <a:pt x="8266" y="3061"/>
                  </a:lnTo>
                  <a:cubicBezTo>
                    <a:pt x="8700" y="3061"/>
                    <a:pt x="9134" y="2941"/>
                    <a:pt x="9230" y="2796"/>
                  </a:cubicBezTo>
                  <a:lnTo>
                    <a:pt x="10773" y="290"/>
                  </a:lnTo>
                  <a:cubicBezTo>
                    <a:pt x="10869" y="145"/>
                    <a:pt x="10604" y="25"/>
                    <a:pt x="10170" y="25"/>
                  </a:cubicBezTo>
                  <a:lnTo>
                    <a:pt x="2941" y="1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800;p49"/>
            <p:cNvSpPr/>
            <p:nvPr/>
          </p:nvSpPr>
          <p:spPr>
            <a:xfrm>
              <a:off x="7820323" y="5503165"/>
              <a:ext cx="251644" cy="73095"/>
            </a:xfrm>
            <a:custGeom>
              <a:avLst/>
              <a:gdLst/>
              <a:ahLst/>
              <a:cxnLst/>
              <a:rect l="l" t="t" r="r" b="b"/>
              <a:pathLst>
                <a:path w="10459" h="3038" extrusionOk="0">
                  <a:moveTo>
                    <a:pt x="2506" y="1"/>
                  </a:moveTo>
                  <a:cubicBezTo>
                    <a:pt x="2097" y="1"/>
                    <a:pt x="1663" y="121"/>
                    <a:pt x="1591" y="266"/>
                  </a:cubicBezTo>
                  <a:lnTo>
                    <a:pt x="97" y="2772"/>
                  </a:lnTo>
                  <a:cubicBezTo>
                    <a:pt x="0" y="2917"/>
                    <a:pt x="289" y="3037"/>
                    <a:pt x="723" y="3037"/>
                  </a:cubicBezTo>
                  <a:lnTo>
                    <a:pt x="8266" y="3037"/>
                  </a:lnTo>
                  <a:cubicBezTo>
                    <a:pt x="8699" y="3037"/>
                    <a:pt x="9133" y="2917"/>
                    <a:pt x="9205" y="2772"/>
                  </a:cubicBezTo>
                  <a:lnTo>
                    <a:pt x="10386" y="266"/>
                  </a:lnTo>
                  <a:cubicBezTo>
                    <a:pt x="10459" y="121"/>
                    <a:pt x="10169" y="1"/>
                    <a:pt x="9736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801;p49"/>
            <p:cNvSpPr/>
            <p:nvPr/>
          </p:nvSpPr>
          <p:spPr>
            <a:xfrm>
              <a:off x="8077740" y="5503165"/>
              <a:ext cx="241803" cy="73095"/>
            </a:xfrm>
            <a:custGeom>
              <a:avLst/>
              <a:gdLst/>
              <a:ahLst/>
              <a:cxnLst/>
              <a:rect l="l" t="t" r="r" b="b"/>
              <a:pathLst>
                <a:path w="10050" h="3038" extrusionOk="0">
                  <a:moveTo>
                    <a:pt x="2097" y="1"/>
                  </a:moveTo>
                  <a:cubicBezTo>
                    <a:pt x="1663" y="1"/>
                    <a:pt x="1278" y="121"/>
                    <a:pt x="1205" y="266"/>
                  </a:cubicBezTo>
                  <a:lnTo>
                    <a:pt x="73" y="2772"/>
                  </a:lnTo>
                  <a:cubicBezTo>
                    <a:pt x="0" y="2917"/>
                    <a:pt x="314" y="3037"/>
                    <a:pt x="748" y="3037"/>
                  </a:cubicBezTo>
                  <a:lnTo>
                    <a:pt x="8290" y="3037"/>
                  </a:lnTo>
                  <a:cubicBezTo>
                    <a:pt x="8748" y="3037"/>
                    <a:pt x="9134" y="2917"/>
                    <a:pt x="9182" y="2772"/>
                  </a:cubicBezTo>
                  <a:lnTo>
                    <a:pt x="10001" y="266"/>
                  </a:lnTo>
                  <a:cubicBezTo>
                    <a:pt x="10049" y="121"/>
                    <a:pt x="9736" y="1"/>
                    <a:pt x="9326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802;p49"/>
            <p:cNvSpPr/>
            <p:nvPr/>
          </p:nvSpPr>
          <p:spPr>
            <a:xfrm>
              <a:off x="8334581" y="5503164"/>
              <a:ext cx="231939" cy="73672"/>
            </a:xfrm>
            <a:custGeom>
              <a:avLst/>
              <a:gdLst/>
              <a:ahLst/>
              <a:cxnLst/>
              <a:rect l="l" t="t" r="r" b="b"/>
              <a:pathLst>
                <a:path w="9640" h="3062" extrusionOk="0">
                  <a:moveTo>
                    <a:pt x="1664" y="1"/>
                  </a:moveTo>
                  <a:cubicBezTo>
                    <a:pt x="1230" y="1"/>
                    <a:pt x="844" y="121"/>
                    <a:pt x="796" y="266"/>
                  </a:cubicBezTo>
                  <a:lnTo>
                    <a:pt x="49" y="2772"/>
                  </a:lnTo>
                  <a:cubicBezTo>
                    <a:pt x="1" y="2917"/>
                    <a:pt x="314" y="3037"/>
                    <a:pt x="772" y="3037"/>
                  </a:cubicBezTo>
                  <a:lnTo>
                    <a:pt x="8290" y="3061"/>
                  </a:lnTo>
                  <a:cubicBezTo>
                    <a:pt x="8748" y="3061"/>
                    <a:pt x="9134" y="2941"/>
                    <a:pt x="9158" y="2796"/>
                  </a:cubicBezTo>
                  <a:lnTo>
                    <a:pt x="9616" y="290"/>
                  </a:lnTo>
                  <a:cubicBezTo>
                    <a:pt x="9640" y="145"/>
                    <a:pt x="9302" y="25"/>
                    <a:pt x="8893" y="25"/>
                  </a:cubicBezTo>
                  <a:lnTo>
                    <a:pt x="1664" y="1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803;p49"/>
            <p:cNvSpPr/>
            <p:nvPr/>
          </p:nvSpPr>
          <p:spPr>
            <a:xfrm>
              <a:off x="8590845" y="5503742"/>
              <a:ext cx="222097" cy="73095"/>
            </a:xfrm>
            <a:custGeom>
              <a:avLst/>
              <a:gdLst/>
              <a:ahLst/>
              <a:cxnLst/>
              <a:rect l="l" t="t" r="r" b="b"/>
              <a:pathLst>
                <a:path w="9231" h="3038" extrusionOk="0">
                  <a:moveTo>
                    <a:pt x="1254" y="1"/>
                  </a:moveTo>
                  <a:cubicBezTo>
                    <a:pt x="820" y="1"/>
                    <a:pt x="459" y="121"/>
                    <a:pt x="435" y="266"/>
                  </a:cubicBezTo>
                  <a:lnTo>
                    <a:pt x="25" y="2772"/>
                  </a:lnTo>
                  <a:cubicBezTo>
                    <a:pt x="1" y="2917"/>
                    <a:pt x="338" y="3037"/>
                    <a:pt x="796" y="3037"/>
                  </a:cubicBezTo>
                  <a:lnTo>
                    <a:pt x="8339" y="3037"/>
                  </a:lnTo>
                  <a:cubicBezTo>
                    <a:pt x="8772" y="3037"/>
                    <a:pt x="9134" y="2917"/>
                    <a:pt x="9134" y="2772"/>
                  </a:cubicBezTo>
                  <a:lnTo>
                    <a:pt x="9230" y="266"/>
                  </a:lnTo>
                  <a:cubicBezTo>
                    <a:pt x="9230" y="121"/>
                    <a:pt x="8893" y="1"/>
                    <a:pt x="8483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804;p49"/>
            <p:cNvSpPr/>
            <p:nvPr/>
          </p:nvSpPr>
          <p:spPr>
            <a:xfrm>
              <a:off x="8847709" y="5503742"/>
              <a:ext cx="219764" cy="73095"/>
            </a:xfrm>
            <a:custGeom>
              <a:avLst/>
              <a:gdLst/>
              <a:ahLst/>
              <a:cxnLst/>
              <a:rect l="l" t="t" r="r" b="b"/>
              <a:pathLst>
                <a:path w="9134" h="3038" extrusionOk="0">
                  <a:moveTo>
                    <a:pt x="795" y="1"/>
                  </a:moveTo>
                  <a:cubicBezTo>
                    <a:pt x="386" y="1"/>
                    <a:pt x="48" y="121"/>
                    <a:pt x="24" y="266"/>
                  </a:cubicBezTo>
                  <a:lnTo>
                    <a:pt x="0" y="2772"/>
                  </a:lnTo>
                  <a:cubicBezTo>
                    <a:pt x="0" y="2917"/>
                    <a:pt x="362" y="3037"/>
                    <a:pt x="795" y="3037"/>
                  </a:cubicBezTo>
                  <a:lnTo>
                    <a:pt x="8338" y="3037"/>
                  </a:lnTo>
                  <a:cubicBezTo>
                    <a:pt x="8772" y="3037"/>
                    <a:pt x="9133" y="2917"/>
                    <a:pt x="9109" y="2772"/>
                  </a:cubicBezTo>
                  <a:lnTo>
                    <a:pt x="8820" y="266"/>
                  </a:lnTo>
                  <a:cubicBezTo>
                    <a:pt x="8820" y="121"/>
                    <a:pt x="8458" y="1"/>
                    <a:pt x="8025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805;p49"/>
            <p:cNvSpPr/>
            <p:nvPr/>
          </p:nvSpPr>
          <p:spPr>
            <a:xfrm>
              <a:off x="9095262" y="5503742"/>
              <a:ext cx="228473" cy="73672"/>
            </a:xfrm>
            <a:custGeom>
              <a:avLst/>
              <a:gdLst/>
              <a:ahLst/>
              <a:cxnLst/>
              <a:rect l="l" t="t" r="r" b="b"/>
              <a:pathLst>
                <a:path w="9496" h="3062" extrusionOk="0">
                  <a:moveTo>
                    <a:pt x="748" y="1"/>
                  </a:moveTo>
                  <a:cubicBezTo>
                    <a:pt x="338" y="1"/>
                    <a:pt x="1" y="121"/>
                    <a:pt x="25" y="266"/>
                  </a:cubicBezTo>
                  <a:lnTo>
                    <a:pt x="362" y="2772"/>
                  </a:lnTo>
                  <a:cubicBezTo>
                    <a:pt x="362" y="2917"/>
                    <a:pt x="748" y="3037"/>
                    <a:pt x="1182" y="3037"/>
                  </a:cubicBezTo>
                  <a:lnTo>
                    <a:pt x="8724" y="3061"/>
                  </a:lnTo>
                  <a:cubicBezTo>
                    <a:pt x="9182" y="3061"/>
                    <a:pt x="9495" y="2941"/>
                    <a:pt x="9471" y="2796"/>
                  </a:cubicBezTo>
                  <a:lnTo>
                    <a:pt x="8821" y="290"/>
                  </a:lnTo>
                  <a:cubicBezTo>
                    <a:pt x="8772" y="145"/>
                    <a:pt x="8411" y="25"/>
                    <a:pt x="7977" y="25"/>
                  </a:cubicBezTo>
                  <a:lnTo>
                    <a:pt x="748" y="1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7" name="Google Shape;806;p49"/>
            <p:cNvSpPr/>
            <p:nvPr/>
          </p:nvSpPr>
          <p:spPr>
            <a:xfrm>
              <a:off x="9353859" y="5504320"/>
              <a:ext cx="238892" cy="73095"/>
            </a:xfrm>
            <a:custGeom>
              <a:avLst/>
              <a:gdLst/>
              <a:ahLst/>
              <a:cxnLst/>
              <a:rect l="l" t="t" r="r" b="b"/>
              <a:pathLst>
                <a:path w="9929" h="3038" extrusionOk="0">
                  <a:moveTo>
                    <a:pt x="747" y="1"/>
                  </a:moveTo>
                  <a:cubicBezTo>
                    <a:pt x="314" y="1"/>
                    <a:pt x="0" y="121"/>
                    <a:pt x="49" y="266"/>
                  </a:cubicBezTo>
                  <a:lnTo>
                    <a:pt x="747" y="2772"/>
                  </a:lnTo>
                  <a:cubicBezTo>
                    <a:pt x="796" y="2917"/>
                    <a:pt x="1181" y="3037"/>
                    <a:pt x="1639" y="3037"/>
                  </a:cubicBezTo>
                  <a:lnTo>
                    <a:pt x="9182" y="3037"/>
                  </a:lnTo>
                  <a:cubicBezTo>
                    <a:pt x="9615" y="3037"/>
                    <a:pt x="9929" y="2917"/>
                    <a:pt x="9856" y="2772"/>
                  </a:cubicBezTo>
                  <a:lnTo>
                    <a:pt x="8844" y="266"/>
                  </a:lnTo>
                  <a:cubicBezTo>
                    <a:pt x="8772" y="121"/>
                    <a:pt x="8386" y="1"/>
                    <a:pt x="7953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8" name="Google Shape;807;p49"/>
            <p:cNvSpPr/>
            <p:nvPr/>
          </p:nvSpPr>
          <p:spPr>
            <a:xfrm>
              <a:off x="9600859" y="5504320"/>
              <a:ext cx="248155" cy="73095"/>
            </a:xfrm>
            <a:custGeom>
              <a:avLst/>
              <a:gdLst/>
              <a:ahLst/>
              <a:cxnLst/>
              <a:rect l="l" t="t" r="r" b="b"/>
              <a:pathLst>
                <a:path w="10314" h="3038" extrusionOk="0">
                  <a:moveTo>
                    <a:pt x="699" y="1"/>
                  </a:moveTo>
                  <a:cubicBezTo>
                    <a:pt x="289" y="1"/>
                    <a:pt x="0" y="121"/>
                    <a:pt x="48" y="266"/>
                  </a:cubicBezTo>
                  <a:lnTo>
                    <a:pt x="1133" y="2772"/>
                  </a:lnTo>
                  <a:cubicBezTo>
                    <a:pt x="1205" y="2917"/>
                    <a:pt x="1615" y="3037"/>
                    <a:pt x="2048" y="3037"/>
                  </a:cubicBezTo>
                  <a:lnTo>
                    <a:pt x="9591" y="3037"/>
                  </a:lnTo>
                  <a:cubicBezTo>
                    <a:pt x="10025" y="3037"/>
                    <a:pt x="10314" y="2917"/>
                    <a:pt x="10242" y="2772"/>
                  </a:cubicBezTo>
                  <a:lnTo>
                    <a:pt x="8844" y="266"/>
                  </a:lnTo>
                  <a:cubicBezTo>
                    <a:pt x="8772" y="121"/>
                    <a:pt x="8362" y="1"/>
                    <a:pt x="7928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9" name="Google Shape;808;p49"/>
            <p:cNvSpPr/>
            <p:nvPr/>
          </p:nvSpPr>
          <p:spPr>
            <a:xfrm>
              <a:off x="9847258" y="5504319"/>
              <a:ext cx="258621" cy="73672"/>
            </a:xfrm>
            <a:custGeom>
              <a:avLst/>
              <a:gdLst/>
              <a:ahLst/>
              <a:cxnLst/>
              <a:rect l="l" t="t" r="r" b="b"/>
              <a:pathLst>
                <a:path w="10749" h="3062" extrusionOk="0">
                  <a:moveTo>
                    <a:pt x="699" y="1"/>
                  </a:moveTo>
                  <a:cubicBezTo>
                    <a:pt x="290" y="1"/>
                    <a:pt x="1" y="121"/>
                    <a:pt x="97" y="266"/>
                  </a:cubicBezTo>
                  <a:lnTo>
                    <a:pt x="1543" y="2772"/>
                  </a:lnTo>
                  <a:cubicBezTo>
                    <a:pt x="1615" y="2941"/>
                    <a:pt x="2049" y="3037"/>
                    <a:pt x="2483" y="3037"/>
                  </a:cubicBezTo>
                  <a:lnTo>
                    <a:pt x="10025" y="3061"/>
                  </a:lnTo>
                  <a:cubicBezTo>
                    <a:pt x="10483" y="3061"/>
                    <a:pt x="10748" y="2941"/>
                    <a:pt x="10652" y="2796"/>
                  </a:cubicBezTo>
                  <a:lnTo>
                    <a:pt x="8893" y="290"/>
                  </a:lnTo>
                  <a:cubicBezTo>
                    <a:pt x="8796" y="146"/>
                    <a:pt x="8362" y="25"/>
                    <a:pt x="7929" y="25"/>
                  </a:cubicBezTo>
                  <a:lnTo>
                    <a:pt x="699" y="1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0" name="Google Shape;809;p49"/>
            <p:cNvSpPr/>
            <p:nvPr/>
          </p:nvSpPr>
          <p:spPr>
            <a:xfrm>
              <a:off x="10094258" y="5504921"/>
              <a:ext cx="267884" cy="73071"/>
            </a:xfrm>
            <a:custGeom>
              <a:avLst/>
              <a:gdLst/>
              <a:ahLst/>
              <a:cxnLst/>
              <a:rect l="l" t="t" r="r" b="b"/>
              <a:pathLst>
                <a:path w="11134" h="3037" extrusionOk="0">
                  <a:moveTo>
                    <a:pt x="675" y="0"/>
                  </a:moveTo>
                  <a:cubicBezTo>
                    <a:pt x="265" y="0"/>
                    <a:pt x="0" y="121"/>
                    <a:pt x="97" y="265"/>
                  </a:cubicBezTo>
                  <a:lnTo>
                    <a:pt x="1904" y="2771"/>
                  </a:lnTo>
                  <a:cubicBezTo>
                    <a:pt x="2024" y="2916"/>
                    <a:pt x="2458" y="3036"/>
                    <a:pt x="2916" y="3036"/>
                  </a:cubicBezTo>
                  <a:lnTo>
                    <a:pt x="10434" y="3036"/>
                  </a:lnTo>
                  <a:cubicBezTo>
                    <a:pt x="10892" y="3036"/>
                    <a:pt x="11133" y="2916"/>
                    <a:pt x="11013" y="2771"/>
                  </a:cubicBezTo>
                  <a:lnTo>
                    <a:pt x="8892" y="265"/>
                  </a:lnTo>
                  <a:cubicBezTo>
                    <a:pt x="8772" y="121"/>
                    <a:pt x="8338" y="0"/>
                    <a:pt x="7904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1" name="Google Shape;810;p49"/>
            <p:cNvSpPr/>
            <p:nvPr/>
          </p:nvSpPr>
          <p:spPr>
            <a:xfrm>
              <a:off x="10340657" y="5504920"/>
              <a:ext cx="430241" cy="73648"/>
            </a:xfrm>
            <a:custGeom>
              <a:avLst/>
              <a:gdLst/>
              <a:ahLst/>
              <a:cxnLst/>
              <a:rect l="l" t="t" r="r" b="b"/>
              <a:pathLst>
                <a:path w="17882" h="3061" extrusionOk="0">
                  <a:moveTo>
                    <a:pt x="675" y="0"/>
                  </a:moveTo>
                  <a:cubicBezTo>
                    <a:pt x="242" y="0"/>
                    <a:pt x="1" y="121"/>
                    <a:pt x="145" y="265"/>
                  </a:cubicBezTo>
                  <a:lnTo>
                    <a:pt x="2314" y="2771"/>
                  </a:lnTo>
                  <a:cubicBezTo>
                    <a:pt x="2435" y="2916"/>
                    <a:pt x="2892" y="3036"/>
                    <a:pt x="3350" y="3036"/>
                  </a:cubicBezTo>
                  <a:lnTo>
                    <a:pt x="17206" y="3060"/>
                  </a:lnTo>
                  <a:cubicBezTo>
                    <a:pt x="17664" y="3060"/>
                    <a:pt x="17881" y="2940"/>
                    <a:pt x="17737" y="2795"/>
                  </a:cubicBezTo>
                  <a:lnTo>
                    <a:pt x="15013" y="289"/>
                  </a:lnTo>
                  <a:cubicBezTo>
                    <a:pt x="14869" y="145"/>
                    <a:pt x="14387" y="24"/>
                    <a:pt x="13977" y="24"/>
                  </a:cubicBezTo>
                  <a:lnTo>
                    <a:pt x="675" y="0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2" name="Google Shape;811;p49"/>
            <p:cNvSpPr/>
            <p:nvPr/>
          </p:nvSpPr>
          <p:spPr>
            <a:xfrm>
              <a:off x="6668282" y="5755964"/>
              <a:ext cx="434860" cy="73071"/>
            </a:xfrm>
            <a:custGeom>
              <a:avLst/>
              <a:gdLst/>
              <a:ahLst/>
              <a:cxnLst/>
              <a:rect l="l" t="t" r="r" b="b"/>
              <a:pathLst>
                <a:path w="18074" h="3037" extrusionOk="0">
                  <a:moveTo>
                    <a:pt x="4073" y="0"/>
                  </a:moveTo>
                  <a:cubicBezTo>
                    <a:pt x="3591" y="0"/>
                    <a:pt x="3060" y="97"/>
                    <a:pt x="2892" y="265"/>
                  </a:cubicBezTo>
                  <a:lnTo>
                    <a:pt x="145" y="2747"/>
                  </a:lnTo>
                  <a:cubicBezTo>
                    <a:pt x="0" y="2892"/>
                    <a:pt x="265" y="3013"/>
                    <a:pt x="771" y="3013"/>
                  </a:cubicBezTo>
                  <a:lnTo>
                    <a:pt x="14507" y="3037"/>
                  </a:lnTo>
                  <a:cubicBezTo>
                    <a:pt x="15013" y="3037"/>
                    <a:pt x="15519" y="2916"/>
                    <a:pt x="15664" y="2772"/>
                  </a:cubicBezTo>
                  <a:lnTo>
                    <a:pt x="17929" y="265"/>
                  </a:lnTo>
                  <a:cubicBezTo>
                    <a:pt x="18073" y="121"/>
                    <a:pt x="17784" y="0"/>
                    <a:pt x="17302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3" name="Google Shape;812;p49"/>
            <p:cNvSpPr/>
            <p:nvPr/>
          </p:nvSpPr>
          <p:spPr>
            <a:xfrm>
              <a:off x="7081079" y="5755964"/>
              <a:ext cx="303252" cy="73071"/>
            </a:xfrm>
            <a:custGeom>
              <a:avLst/>
              <a:gdLst/>
              <a:ahLst/>
              <a:cxnLst/>
              <a:rect l="l" t="t" r="r" b="b"/>
              <a:pathLst>
                <a:path w="12604" h="3037" extrusionOk="0">
                  <a:moveTo>
                    <a:pt x="3495" y="0"/>
                  </a:moveTo>
                  <a:cubicBezTo>
                    <a:pt x="3013" y="0"/>
                    <a:pt x="2507" y="121"/>
                    <a:pt x="2362" y="265"/>
                  </a:cubicBezTo>
                  <a:lnTo>
                    <a:pt x="145" y="2772"/>
                  </a:lnTo>
                  <a:cubicBezTo>
                    <a:pt x="1" y="2916"/>
                    <a:pt x="314" y="3037"/>
                    <a:pt x="820" y="3037"/>
                  </a:cubicBezTo>
                  <a:lnTo>
                    <a:pt x="9447" y="3037"/>
                  </a:lnTo>
                  <a:cubicBezTo>
                    <a:pt x="9953" y="3037"/>
                    <a:pt x="10459" y="2916"/>
                    <a:pt x="10579" y="2772"/>
                  </a:cubicBezTo>
                  <a:lnTo>
                    <a:pt x="12483" y="265"/>
                  </a:lnTo>
                  <a:cubicBezTo>
                    <a:pt x="12604" y="121"/>
                    <a:pt x="12290" y="0"/>
                    <a:pt x="11808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4" name="Google Shape;813;p49"/>
            <p:cNvSpPr/>
            <p:nvPr/>
          </p:nvSpPr>
          <p:spPr>
            <a:xfrm>
              <a:off x="7375044" y="5755963"/>
              <a:ext cx="292811" cy="73648"/>
            </a:xfrm>
            <a:custGeom>
              <a:avLst/>
              <a:gdLst/>
              <a:ahLst/>
              <a:cxnLst/>
              <a:rect l="l" t="t" r="r" b="b"/>
              <a:pathLst>
                <a:path w="12170" h="3061" extrusionOk="0">
                  <a:moveTo>
                    <a:pt x="3061" y="0"/>
                  </a:moveTo>
                  <a:cubicBezTo>
                    <a:pt x="2554" y="0"/>
                    <a:pt x="2073" y="121"/>
                    <a:pt x="1976" y="265"/>
                  </a:cubicBezTo>
                  <a:lnTo>
                    <a:pt x="97" y="2772"/>
                  </a:lnTo>
                  <a:cubicBezTo>
                    <a:pt x="0" y="2916"/>
                    <a:pt x="313" y="3037"/>
                    <a:pt x="819" y="3037"/>
                  </a:cubicBezTo>
                  <a:lnTo>
                    <a:pt x="9446" y="3061"/>
                  </a:lnTo>
                  <a:cubicBezTo>
                    <a:pt x="9952" y="3061"/>
                    <a:pt x="10434" y="2940"/>
                    <a:pt x="10531" y="2796"/>
                  </a:cubicBezTo>
                  <a:lnTo>
                    <a:pt x="12073" y="290"/>
                  </a:lnTo>
                  <a:cubicBezTo>
                    <a:pt x="12169" y="145"/>
                    <a:pt x="11856" y="24"/>
                    <a:pt x="11350" y="24"/>
                  </a:cubicBezTo>
                  <a:lnTo>
                    <a:pt x="3061" y="0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5" name="Google Shape;814;p49"/>
            <p:cNvSpPr/>
            <p:nvPr/>
          </p:nvSpPr>
          <p:spPr>
            <a:xfrm>
              <a:off x="7668409" y="5756541"/>
              <a:ext cx="282969" cy="73071"/>
            </a:xfrm>
            <a:custGeom>
              <a:avLst/>
              <a:gdLst/>
              <a:ahLst/>
              <a:cxnLst/>
              <a:rect l="l" t="t" r="r" b="b"/>
              <a:pathLst>
                <a:path w="11761" h="3037" extrusionOk="0">
                  <a:moveTo>
                    <a:pt x="2627" y="0"/>
                  </a:moveTo>
                  <a:cubicBezTo>
                    <a:pt x="2145" y="0"/>
                    <a:pt x="1687" y="121"/>
                    <a:pt x="1591" y="266"/>
                  </a:cubicBezTo>
                  <a:lnTo>
                    <a:pt x="97" y="2772"/>
                  </a:lnTo>
                  <a:cubicBezTo>
                    <a:pt x="1" y="2916"/>
                    <a:pt x="338" y="3037"/>
                    <a:pt x="844" y="3037"/>
                  </a:cubicBezTo>
                  <a:lnTo>
                    <a:pt x="9471" y="3037"/>
                  </a:lnTo>
                  <a:cubicBezTo>
                    <a:pt x="9977" y="3037"/>
                    <a:pt x="10435" y="2916"/>
                    <a:pt x="10507" y="2772"/>
                  </a:cubicBezTo>
                  <a:lnTo>
                    <a:pt x="11712" y="266"/>
                  </a:lnTo>
                  <a:cubicBezTo>
                    <a:pt x="11760" y="121"/>
                    <a:pt x="11423" y="0"/>
                    <a:pt x="10941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6" name="Google Shape;815;p49"/>
            <p:cNvSpPr/>
            <p:nvPr/>
          </p:nvSpPr>
          <p:spPr>
            <a:xfrm>
              <a:off x="7968171" y="5756541"/>
              <a:ext cx="1590944" cy="74225"/>
            </a:xfrm>
            <a:custGeom>
              <a:avLst/>
              <a:gdLst/>
              <a:ahLst/>
              <a:cxnLst/>
              <a:rect l="l" t="t" r="r" b="b"/>
              <a:pathLst>
                <a:path w="66124" h="3085" extrusionOk="0">
                  <a:moveTo>
                    <a:pt x="2193" y="0"/>
                  </a:moveTo>
                  <a:cubicBezTo>
                    <a:pt x="1711" y="0"/>
                    <a:pt x="1253" y="121"/>
                    <a:pt x="1181" y="266"/>
                  </a:cubicBezTo>
                  <a:lnTo>
                    <a:pt x="72" y="2772"/>
                  </a:lnTo>
                  <a:cubicBezTo>
                    <a:pt x="0" y="2916"/>
                    <a:pt x="362" y="3037"/>
                    <a:pt x="868" y="3037"/>
                  </a:cubicBezTo>
                  <a:lnTo>
                    <a:pt x="65256" y="3085"/>
                  </a:lnTo>
                  <a:cubicBezTo>
                    <a:pt x="65763" y="3085"/>
                    <a:pt x="66124" y="2964"/>
                    <a:pt x="66076" y="2820"/>
                  </a:cubicBezTo>
                  <a:lnTo>
                    <a:pt x="65232" y="314"/>
                  </a:lnTo>
                  <a:cubicBezTo>
                    <a:pt x="65160" y="169"/>
                    <a:pt x="64726" y="49"/>
                    <a:pt x="64244" y="49"/>
                  </a:cubicBezTo>
                  <a:lnTo>
                    <a:pt x="2193" y="0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7" name="Google Shape;816;p49"/>
            <p:cNvSpPr/>
            <p:nvPr/>
          </p:nvSpPr>
          <p:spPr>
            <a:xfrm>
              <a:off x="9577666" y="5757695"/>
              <a:ext cx="275415" cy="73672"/>
            </a:xfrm>
            <a:custGeom>
              <a:avLst/>
              <a:gdLst/>
              <a:ahLst/>
              <a:cxnLst/>
              <a:rect l="l" t="t" r="r" b="b"/>
              <a:pathLst>
                <a:path w="11447" h="3062" extrusionOk="0">
                  <a:moveTo>
                    <a:pt x="844" y="1"/>
                  </a:moveTo>
                  <a:cubicBezTo>
                    <a:pt x="338" y="1"/>
                    <a:pt x="0" y="121"/>
                    <a:pt x="48" y="266"/>
                  </a:cubicBezTo>
                  <a:lnTo>
                    <a:pt x="940" y="2772"/>
                  </a:lnTo>
                  <a:cubicBezTo>
                    <a:pt x="1012" y="2916"/>
                    <a:pt x="1470" y="3037"/>
                    <a:pt x="1976" y="3037"/>
                  </a:cubicBezTo>
                  <a:lnTo>
                    <a:pt x="10579" y="3061"/>
                  </a:lnTo>
                  <a:cubicBezTo>
                    <a:pt x="11085" y="3061"/>
                    <a:pt x="11447" y="2941"/>
                    <a:pt x="11374" y="2796"/>
                  </a:cubicBezTo>
                  <a:lnTo>
                    <a:pt x="10145" y="290"/>
                  </a:lnTo>
                  <a:cubicBezTo>
                    <a:pt x="10097" y="145"/>
                    <a:pt x="9639" y="25"/>
                    <a:pt x="9133" y="25"/>
                  </a:cubicBezTo>
                  <a:lnTo>
                    <a:pt x="844" y="1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8" name="Google Shape;817;p49"/>
            <p:cNvSpPr/>
            <p:nvPr/>
          </p:nvSpPr>
          <p:spPr>
            <a:xfrm>
              <a:off x="9861164" y="5758273"/>
              <a:ext cx="285280" cy="73095"/>
            </a:xfrm>
            <a:custGeom>
              <a:avLst/>
              <a:gdLst/>
              <a:ahLst/>
              <a:cxnLst/>
              <a:rect l="l" t="t" r="r" b="b"/>
              <a:pathLst>
                <a:path w="11857" h="3038" extrusionOk="0">
                  <a:moveTo>
                    <a:pt x="820" y="1"/>
                  </a:moveTo>
                  <a:cubicBezTo>
                    <a:pt x="338" y="1"/>
                    <a:pt x="1" y="121"/>
                    <a:pt x="73" y="266"/>
                  </a:cubicBezTo>
                  <a:lnTo>
                    <a:pt x="1350" y="2772"/>
                  </a:lnTo>
                  <a:cubicBezTo>
                    <a:pt x="1423" y="2917"/>
                    <a:pt x="1905" y="3037"/>
                    <a:pt x="2411" y="3037"/>
                  </a:cubicBezTo>
                  <a:lnTo>
                    <a:pt x="11038" y="3037"/>
                  </a:lnTo>
                  <a:cubicBezTo>
                    <a:pt x="11544" y="3037"/>
                    <a:pt x="11857" y="2917"/>
                    <a:pt x="11785" y="2772"/>
                  </a:cubicBezTo>
                  <a:lnTo>
                    <a:pt x="10194" y="266"/>
                  </a:lnTo>
                  <a:cubicBezTo>
                    <a:pt x="10098" y="121"/>
                    <a:pt x="9616" y="1"/>
                    <a:pt x="9134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9" name="Google Shape;818;p49"/>
            <p:cNvSpPr/>
            <p:nvPr/>
          </p:nvSpPr>
          <p:spPr>
            <a:xfrm>
              <a:off x="10144688" y="5758272"/>
              <a:ext cx="295721" cy="73672"/>
            </a:xfrm>
            <a:custGeom>
              <a:avLst/>
              <a:gdLst/>
              <a:ahLst/>
              <a:cxnLst/>
              <a:rect l="l" t="t" r="r" b="b"/>
              <a:pathLst>
                <a:path w="12291" h="3062" extrusionOk="0">
                  <a:moveTo>
                    <a:pt x="820" y="1"/>
                  </a:moveTo>
                  <a:cubicBezTo>
                    <a:pt x="338" y="1"/>
                    <a:pt x="1" y="121"/>
                    <a:pt x="97" y="266"/>
                  </a:cubicBezTo>
                  <a:lnTo>
                    <a:pt x="1736" y="2772"/>
                  </a:lnTo>
                  <a:cubicBezTo>
                    <a:pt x="1832" y="2917"/>
                    <a:pt x="2338" y="3037"/>
                    <a:pt x="2844" y="3037"/>
                  </a:cubicBezTo>
                  <a:lnTo>
                    <a:pt x="11471" y="3061"/>
                  </a:lnTo>
                  <a:cubicBezTo>
                    <a:pt x="11977" y="3061"/>
                    <a:pt x="12290" y="2941"/>
                    <a:pt x="12170" y="2772"/>
                  </a:cubicBezTo>
                  <a:lnTo>
                    <a:pt x="10218" y="290"/>
                  </a:lnTo>
                  <a:cubicBezTo>
                    <a:pt x="10098" y="121"/>
                    <a:pt x="9616" y="1"/>
                    <a:pt x="9134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0" name="Google Shape;819;p49"/>
            <p:cNvSpPr/>
            <p:nvPr/>
          </p:nvSpPr>
          <p:spPr>
            <a:xfrm>
              <a:off x="10428787" y="5758850"/>
              <a:ext cx="304984" cy="73095"/>
            </a:xfrm>
            <a:custGeom>
              <a:avLst/>
              <a:gdLst/>
              <a:ahLst/>
              <a:cxnLst/>
              <a:rect l="l" t="t" r="r" b="b"/>
              <a:pathLst>
                <a:path w="12676" h="3038" extrusionOk="0">
                  <a:moveTo>
                    <a:pt x="796" y="1"/>
                  </a:moveTo>
                  <a:cubicBezTo>
                    <a:pt x="290" y="1"/>
                    <a:pt x="0" y="97"/>
                    <a:pt x="121" y="266"/>
                  </a:cubicBezTo>
                  <a:lnTo>
                    <a:pt x="2121" y="2772"/>
                  </a:lnTo>
                  <a:cubicBezTo>
                    <a:pt x="2242" y="2917"/>
                    <a:pt x="2748" y="3037"/>
                    <a:pt x="3254" y="3037"/>
                  </a:cubicBezTo>
                  <a:lnTo>
                    <a:pt x="11881" y="3037"/>
                  </a:lnTo>
                  <a:cubicBezTo>
                    <a:pt x="12387" y="3037"/>
                    <a:pt x="12676" y="2917"/>
                    <a:pt x="12531" y="2772"/>
                  </a:cubicBezTo>
                  <a:lnTo>
                    <a:pt x="10218" y="266"/>
                  </a:lnTo>
                  <a:cubicBezTo>
                    <a:pt x="10097" y="121"/>
                    <a:pt x="9591" y="1"/>
                    <a:pt x="9085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1" name="Google Shape;820;p49"/>
            <p:cNvSpPr/>
            <p:nvPr/>
          </p:nvSpPr>
          <p:spPr>
            <a:xfrm>
              <a:off x="10713466" y="5758850"/>
              <a:ext cx="314849" cy="73095"/>
            </a:xfrm>
            <a:custGeom>
              <a:avLst/>
              <a:gdLst/>
              <a:ahLst/>
              <a:cxnLst/>
              <a:rect l="l" t="t" r="r" b="b"/>
              <a:pathLst>
                <a:path w="13086" h="3038" extrusionOk="0">
                  <a:moveTo>
                    <a:pt x="772" y="1"/>
                  </a:moveTo>
                  <a:cubicBezTo>
                    <a:pt x="266" y="1"/>
                    <a:pt x="0" y="121"/>
                    <a:pt x="121" y="266"/>
                  </a:cubicBezTo>
                  <a:lnTo>
                    <a:pt x="2507" y="2772"/>
                  </a:lnTo>
                  <a:cubicBezTo>
                    <a:pt x="2627" y="2917"/>
                    <a:pt x="3157" y="3037"/>
                    <a:pt x="3663" y="3037"/>
                  </a:cubicBezTo>
                  <a:lnTo>
                    <a:pt x="12290" y="3037"/>
                  </a:lnTo>
                  <a:cubicBezTo>
                    <a:pt x="12796" y="3037"/>
                    <a:pt x="13085" y="2917"/>
                    <a:pt x="12917" y="2772"/>
                  </a:cubicBezTo>
                  <a:lnTo>
                    <a:pt x="10242" y="266"/>
                  </a:lnTo>
                  <a:cubicBezTo>
                    <a:pt x="10073" y="121"/>
                    <a:pt x="9567" y="1"/>
                    <a:pt x="9061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2" name="Google Shape;821;p49"/>
            <p:cNvSpPr/>
            <p:nvPr/>
          </p:nvSpPr>
          <p:spPr>
            <a:xfrm>
              <a:off x="6854386" y="5586076"/>
              <a:ext cx="549073" cy="73095"/>
            </a:xfrm>
            <a:custGeom>
              <a:avLst/>
              <a:gdLst/>
              <a:ahLst/>
              <a:cxnLst/>
              <a:rect l="l" t="t" r="r" b="b"/>
              <a:pathLst>
                <a:path w="22821" h="3038" extrusionOk="0">
                  <a:moveTo>
                    <a:pt x="4001" y="1"/>
                  </a:moveTo>
                  <a:cubicBezTo>
                    <a:pt x="3567" y="1"/>
                    <a:pt x="3061" y="121"/>
                    <a:pt x="2916" y="266"/>
                  </a:cubicBezTo>
                  <a:lnTo>
                    <a:pt x="169" y="2748"/>
                  </a:lnTo>
                  <a:cubicBezTo>
                    <a:pt x="0" y="2917"/>
                    <a:pt x="241" y="3037"/>
                    <a:pt x="723" y="3037"/>
                  </a:cubicBezTo>
                  <a:lnTo>
                    <a:pt x="19568" y="3037"/>
                  </a:lnTo>
                  <a:cubicBezTo>
                    <a:pt x="20026" y="3037"/>
                    <a:pt x="20508" y="2917"/>
                    <a:pt x="20628" y="2772"/>
                  </a:cubicBezTo>
                  <a:lnTo>
                    <a:pt x="22700" y="266"/>
                  </a:lnTo>
                  <a:cubicBezTo>
                    <a:pt x="22821" y="121"/>
                    <a:pt x="22556" y="1"/>
                    <a:pt x="22122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3" name="Google Shape;822;p49"/>
            <p:cNvSpPr/>
            <p:nvPr/>
          </p:nvSpPr>
          <p:spPr>
            <a:xfrm>
              <a:off x="7388373" y="5586075"/>
              <a:ext cx="275992" cy="73672"/>
            </a:xfrm>
            <a:custGeom>
              <a:avLst/>
              <a:gdLst/>
              <a:ahLst/>
              <a:cxnLst/>
              <a:rect l="l" t="t" r="r" b="b"/>
              <a:pathLst>
                <a:path w="11471" h="3062" extrusionOk="0">
                  <a:moveTo>
                    <a:pt x="3157" y="1"/>
                  </a:moveTo>
                  <a:cubicBezTo>
                    <a:pt x="2723" y="1"/>
                    <a:pt x="2266" y="121"/>
                    <a:pt x="2145" y="266"/>
                  </a:cubicBezTo>
                  <a:lnTo>
                    <a:pt x="121" y="2772"/>
                  </a:lnTo>
                  <a:cubicBezTo>
                    <a:pt x="0" y="2917"/>
                    <a:pt x="290" y="3037"/>
                    <a:pt x="747" y="3037"/>
                  </a:cubicBezTo>
                  <a:lnTo>
                    <a:pt x="8651" y="3061"/>
                  </a:lnTo>
                  <a:cubicBezTo>
                    <a:pt x="9109" y="3061"/>
                    <a:pt x="9567" y="2941"/>
                    <a:pt x="9664" y="2772"/>
                  </a:cubicBezTo>
                  <a:lnTo>
                    <a:pt x="11374" y="290"/>
                  </a:lnTo>
                  <a:cubicBezTo>
                    <a:pt x="11471" y="145"/>
                    <a:pt x="11206" y="25"/>
                    <a:pt x="10748" y="25"/>
                  </a:cubicBezTo>
                  <a:lnTo>
                    <a:pt x="3157" y="1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4" name="Google Shape;823;p49"/>
            <p:cNvSpPr/>
            <p:nvPr/>
          </p:nvSpPr>
          <p:spPr>
            <a:xfrm>
              <a:off x="7657388" y="5586653"/>
              <a:ext cx="266152" cy="73095"/>
            </a:xfrm>
            <a:custGeom>
              <a:avLst/>
              <a:gdLst/>
              <a:ahLst/>
              <a:cxnLst/>
              <a:rect l="l" t="t" r="r" b="b"/>
              <a:pathLst>
                <a:path w="11062" h="3038" extrusionOk="0">
                  <a:moveTo>
                    <a:pt x="2724" y="1"/>
                  </a:moveTo>
                  <a:cubicBezTo>
                    <a:pt x="2290" y="1"/>
                    <a:pt x="1856" y="121"/>
                    <a:pt x="1760" y="266"/>
                  </a:cubicBezTo>
                  <a:lnTo>
                    <a:pt x="97" y="2772"/>
                  </a:lnTo>
                  <a:cubicBezTo>
                    <a:pt x="1" y="2917"/>
                    <a:pt x="290" y="3037"/>
                    <a:pt x="772" y="3037"/>
                  </a:cubicBezTo>
                  <a:lnTo>
                    <a:pt x="8652" y="3037"/>
                  </a:lnTo>
                  <a:cubicBezTo>
                    <a:pt x="9134" y="3037"/>
                    <a:pt x="9567" y="2917"/>
                    <a:pt x="9640" y="2772"/>
                  </a:cubicBezTo>
                  <a:lnTo>
                    <a:pt x="10989" y="266"/>
                  </a:lnTo>
                  <a:cubicBezTo>
                    <a:pt x="11062" y="121"/>
                    <a:pt x="10772" y="1"/>
                    <a:pt x="10314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5" name="Google Shape;824;p49"/>
            <p:cNvSpPr/>
            <p:nvPr/>
          </p:nvSpPr>
          <p:spPr>
            <a:xfrm>
              <a:off x="7927582" y="5586653"/>
              <a:ext cx="255709" cy="73095"/>
            </a:xfrm>
            <a:custGeom>
              <a:avLst/>
              <a:gdLst/>
              <a:ahLst/>
              <a:cxnLst/>
              <a:rect l="l" t="t" r="r" b="b"/>
              <a:pathLst>
                <a:path w="10628" h="3038" extrusionOk="0">
                  <a:moveTo>
                    <a:pt x="2289" y="1"/>
                  </a:moveTo>
                  <a:cubicBezTo>
                    <a:pt x="1856" y="1"/>
                    <a:pt x="1422" y="121"/>
                    <a:pt x="1350" y="266"/>
                  </a:cubicBezTo>
                  <a:lnTo>
                    <a:pt x="72" y="2772"/>
                  </a:lnTo>
                  <a:cubicBezTo>
                    <a:pt x="0" y="2917"/>
                    <a:pt x="313" y="3037"/>
                    <a:pt x="771" y="3037"/>
                  </a:cubicBezTo>
                  <a:lnTo>
                    <a:pt x="8651" y="3037"/>
                  </a:lnTo>
                  <a:cubicBezTo>
                    <a:pt x="9133" y="3037"/>
                    <a:pt x="9543" y="2917"/>
                    <a:pt x="9615" y="2772"/>
                  </a:cubicBezTo>
                  <a:lnTo>
                    <a:pt x="10579" y="266"/>
                  </a:lnTo>
                  <a:cubicBezTo>
                    <a:pt x="10627" y="121"/>
                    <a:pt x="10314" y="1"/>
                    <a:pt x="9880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6" name="Google Shape;825;p49"/>
            <p:cNvSpPr/>
            <p:nvPr/>
          </p:nvSpPr>
          <p:spPr>
            <a:xfrm>
              <a:off x="8196019" y="5586652"/>
              <a:ext cx="246423" cy="73672"/>
            </a:xfrm>
            <a:custGeom>
              <a:avLst/>
              <a:gdLst/>
              <a:ahLst/>
              <a:cxnLst/>
              <a:rect l="l" t="t" r="r" b="b"/>
              <a:pathLst>
                <a:path w="10242" h="3062" extrusionOk="0">
                  <a:moveTo>
                    <a:pt x="1880" y="1"/>
                  </a:moveTo>
                  <a:cubicBezTo>
                    <a:pt x="1446" y="1"/>
                    <a:pt x="1037" y="121"/>
                    <a:pt x="964" y="266"/>
                  </a:cubicBezTo>
                  <a:lnTo>
                    <a:pt x="49" y="2772"/>
                  </a:lnTo>
                  <a:cubicBezTo>
                    <a:pt x="0" y="2917"/>
                    <a:pt x="338" y="3037"/>
                    <a:pt x="796" y="3037"/>
                  </a:cubicBezTo>
                  <a:lnTo>
                    <a:pt x="8700" y="3061"/>
                  </a:lnTo>
                  <a:cubicBezTo>
                    <a:pt x="9158" y="3061"/>
                    <a:pt x="9567" y="2941"/>
                    <a:pt x="9591" y="2796"/>
                  </a:cubicBezTo>
                  <a:lnTo>
                    <a:pt x="10218" y="290"/>
                  </a:lnTo>
                  <a:cubicBezTo>
                    <a:pt x="10242" y="145"/>
                    <a:pt x="9905" y="25"/>
                    <a:pt x="9471" y="25"/>
                  </a:cubicBezTo>
                  <a:lnTo>
                    <a:pt x="1880" y="1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Google Shape;826;p49"/>
            <p:cNvSpPr/>
            <p:nvPr/>
          </p:nvSpPr>
          <p:spPr>
            <a:xfrm>
              <a:off x="8465035" y="5587230"/>
              <a:ext cx="236581" cy="73095"/>
            </a:xfrm>
            <a:custGeom>
              <a:avLst/>
              <a:gdLst/>
              <a:ahLst/>
              <a:cxnLst/>
              <a:rect l="l" t="t" r="r" b="b"/>
              <a:pathLst>
                <a:path w="9833" h="3038" extrusionOk="0">
                  <a:moveTo>
                    <a:pt x="1447" y="1"/>
                  </a:moveTo>
                  <a:cubicBezTo>
                    <a:pt x="989" y="1"/>
                    <a:pt x="603" y="121"/>
                    <a:pt x="579" y="266"/>
                  </a:cubicBezTo>
                  <a:lnTo>
                    <a:pt x="25" y="2772"/>
                  </a:lnTo>
                  <a:cubicBezTo>
                    <a:pt x="1" y="2917"/>
                    <a:pt x="338" y="3037"/>
                    <a:pt x="796" y="3037"/>
                  </a:cubicBezTo>
                  <a:lnTo>
                    <a:pt x="8700" y="3037"/>
                  </a:lnTo>
                  <a:cubicBezTo>
                    <a:pt x="9158" y="3037"/>
                    <a:pt x="9543" y="2917"/>
                    <a:pt x="9568" y="2772"/>
                  </a:cubicBezTo>
                  <a:lnTo>
                    <a:pt x="9808" y="266"/>
                  </a:lnTo>
                  <a:cubicBezTo>
                    <a:pt x="9833" y="121"/>
                    <a:pt x="9471" y="1"/>
                    <a:pt x="9037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Google Shape;827;p49"/>
            <p:cNvSpPr/>
            <p:nvPr/>
          </p:nvSpPr>
          <p:spPr>
            <a:xfrm>
              <a:off x="8733473" y="5587230"/>
              <a:ext cx="230207" cy="73095"/>
            </a:xfrm>
            <a:custGeom>
              <a:avLst/>
              <a:gdLst/>
              <a:ahLst/>
              <a:cxnLst/>
              <a:rect l="l" t="t" r="r" b="b"/>
              <a:pathLst>
                <a:path w="9568" h="3038" extrusionOk="0">
                  <a:moveTo>
                    <a:pt x="1037" y="1"/>
                  </a:moveTo>
                  <a:cubicBezTo>
                    <a:pt x="579" y="1"/>
                    <a:pt x="218" y="121"/>
                    <a:pt x="194" y="266"/>
                  </a:cubicBezTo>
                  <a:lnTo>
                    <a:pt x="25" y="2772"/>
                  </a:lnTo>
                  <a:cubicBezTo>
                    <a:pt x="1" y="2917"/>
                    <a:pt x="362" y="3037"/>
                    <a:pt x="844" y="3037"/>
                  </a:cubicBezTo>
                  <a:lnTo>
                    <a:pt x="8724" y="3037"/>
                  </a:lnTo>
                  <a:cubicBezTo>
                    <a:pt x="9206" y="3037"/>
                    <a:pt x="9568" y="2917"/>
                    <a:pt x="9568" y="2772"/>
                  </a:cubicBezTo>
                  <a:lnTo>
                    <a:pt x="9447" y="266"/>
                  </a:lnTo>
                  <a:cubicBezTo>
                    <a:pt x="9423" y="121"/>
                    <a:pt x="9062" y="1"/>
                    <a:pt x="8628" y="1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9" name="Google Shape;828;p49"/>
            <p:cNvSpPr/>
            <p:nvPr/>
          </p:nvSpPr>
          <p:spPr>
            <a:xfrm>
              <a:off x="8997868" y="5587230"/>
              <a:ext cx="234849" cy="73672"/>
            </a:xfrm>
            <a:custGeom>
              <a:avLst/>
              <a:gdLst/>
              <a:ahLst/>
              <a:cxnLst/>
              <a:rect l="l" t="t" r="r" b="b"/>
              <a:pathLst>
                <a:path w="9761" h="3062" extrusionOk="0">
                  <a:moveTo>
                    <a:pt x="796" y="1"/>
                  </a:moveTo>
                  <a:cubicBezTo>
                    <a:pt x="338" y="1"/>
                    <a:pt x="0" y="121"/>
                    <a:pt x="0" y="266"/>
                  </a:cubicBezTo>
                  <a:lnTo>
                    <a:pt x="169" y="2772"/>
                  </a:lnTo>
                  <a:cubicBezTo>
                    <a:pt x="193" y="2917"/>
                    <a:pt x="579" y="3037"/>
                    <a:pt x="1037" y="3037"/>
                  </a:cubicBezTo>
                  <a:lnTo>
                    <a:pt x="8941" y="3061"/>
                  </a:lnTo>
                  <a:cubicBezTo>
                    <a:pt x="9399" y="3061"/>
                    <a:pt x="9760" y="2941"/>
                    <a:pt x="9712" y="2796"/>
                  </a:cubicBezTo>
                  <a:lnTo>
                    <a:pt x="9230" y="290"/>
                  </a:lnTo>
                  <a:cubicBezTo>
                    <a:pt x="9206" y="146"/>
                    <a:pt x="8820" y="25"/>
                    <a:pt x="8362" y="25"/>
                  </a:cubicBezTo>
                  <a:lnTo>
                    <a:pt x="796" y="1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0" name="Google Shape;829;p49"/>
            <p:cNvSpPr/>
            <p:nvPr/>
          </p:nvSpPr>
          <p:spPr>
            <a:xfrm>
              <a:off x="9256464" y="5587832"/>
              <a:ext cx="244691" cy="73071"/>
            </a:xfrm>
            <a:custGeom>
              <a:avLst/>
              <a:gdLst/>
              <a:ahLst/>
              <a:cxnLst/>
              <a:rect l="l" t="t" r="r" b="b"/>
              <a:pathLst>
                <a:path w="10170" h="3037" extrusionOk="0">
                  <a:moveTo>
                    <a:pt x="795" y="0"/>
                  </a:moveTo>
                  <a:cubicBezTo>
                    <a:pt x="337" y="0"/>
                    <a:pt x="0" y="121"/>
                    <a:pt x="24" y="265"/>
                  </a:cubicBezTo>
                  <a:lnTo>
                    <a:pt x="578" y="2771"/>
                  </a:lnTo>
                  <a:cubicBezTo>
                    <a:pt x="602" y="2916"/>
                    <a:pt x="1012" y="3036"/>
                    <a:pt x="1470" y="3036"/>
                  </a:cubicBezTo>
                  <a:lnTo>
                    <a:pt x="9374" y="3036"/>
                  </a:lnTo>
                  <a:cubicBezTo>
                    <a:pt x="9832" y="3036"/>
                    <a:pt x="10169" y="2916"/>
                    <a:pt x="10121" y="2771"/>
                  </a:cubicBezTo>
                  <a:lnTo>
                    <a:pt x="9278" y="265"/>
                  </a:lnTo>
                  <a:cubicBezTo>
                    <a:pt x="9205" y="121"/>
                    <a:pt x="8820" y="0"/>
                    <a:pt x="8362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1" name="Google Shape;830;p49"/>
            <p:cNvSpPr/>
            <p:nvPr/>
          </p:nvSpPr>
          <p:spPr>
            <a:xfrm>
              <a:off x="9515615" y="5587832"/>
              <a:ext cx="254555" cy="73071"/>
            </a:xfrm>
            <a:custGeom>
              <a:avLst/>
              <a:gdLst/>
              <a:ahLst/>
              <a:cxnLst/>
              <a:rect l="l" t="t" r="r" b="b"/>
              <a:pathLst>
                <a:path w="10580" h="3037" extrusionOk="0">
                  <a:moveTo>
                    <a:pt x="748" y="0"/>
                  </a:moveTo>
                  <a:cubicBezTo>
                    <a:pt x="314" y="0"/>
                    <a:pt x="1" y="121"/>
                    <a:pt x="49" y="265"/>
                  </a:cubicBezTo>
                  <a:lnTo>
                    <a:pt x="965" y="2771"/>
                  </a:lnTo>
                  <a:cubicBezTo>
                    <a:pt x="1013" y="2916"/>
                    <a:pt x="1422" y="3036"/>
                    <a:pt x="1880" y="3036"/>
                  </a:cubicBezTo>
                  <a:lnTo>
                    <a:pt x="9784" y="3036"/>
                  </a:lnTo>
                  <a:cubicBezTo>
                    <a:pt x="10242" y="3036"/>
                    <a:pt x="10580" y="2940"/>
                    <a:pt x="10507" y="2771"/>
                  </a:cubicBezTo>
                  <a:lnTo>
                    <a:pt x="9278" y="265"/>
                  </a:lnTo>
                  <a:cubicBezTo>
                    <a:pt x="9206" y="121"/>
                    <a:pt x="8796" y="0"/>
                    <a:pt x="8338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2" name="Google Shape;831;p49"/>
            <p:cNvSpPr/>
            <p:nvPr/>
          </p:nvSpPr>
          <p:spPr>
            <a:xfrm>
              <a:off x="9774355" y="5588337"/>
              <a:ext cx="264251" cy="73143"/>
            </a:xfrm>
            <a:custGeom>
              <a:avLst/>
              <a:gdLst/>
              <a:ahLst/>
              <a:cxnLst/>
              <a:rect l="l" t="t" r="r" b="b"/>
              <a:pathLst>
                <a:path w="10983" h="3040" extrusionOk="0">
                  <a:moveTo>
                    <a:pt x="632" y="0"/>
                  </a:moveTo>
                  <a:cubicBezTo>
                    <a:pt x="257" y="0"/>
                    <a:pt x="0" y="114"/>
                    <a:pt x="67" y="268"/>
                  </a:cubicBezTo>
                  <a:lnTo>
                    <a:pt x="1344" y="2750"/>
                  </a:lnTo>
                  <a:cubicBezTo>
                    <a:pt x="1416" y="2919"/>
                    <a:pt x="1874" y="3039"/>
                    <a:pt x="2332" y="3039"/>
                  </a:cubicBezTo>
                  <a:lnTo>
                    <a:pt x="10212" y="3039"/>
                  </a:lnTo>
                  <a:cubicBezTo>
                    <a:pt x="10694" y="3039"/>
                    <a:pt x="10983" y="2919"/>
                    <a:pt x="10886" y="2774"/>
                  </a:cubicBezTo>
                  <a:lnTo>
                    <a:pt x="9320" y="268"/>
                  </a:lnTo>
                  <a:cubicBezTo>
                    <a:pt x="9224" y="124"/>
                    <a:pt x="8790" y="3"/>
                    <a:pt x="8332" y="3"/>
                  </a:cubicBezTo>
                  <a:lnTo>
                    <a:pt x="741" y="3"/>
                  </a:lnTo>
                  <a:cubicBezTo>
                    <a:pt x="704" y="1"/>
                    <a:pt x="668" y="0"/>
                    <a:pt x="632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3" name="Google Shape;832;p49"/>
            <p:cNvSpPr/>
            <p:nvPr/>
          </p:nvSpPr>
          <p:spPr>
            <a:xfrm>
              <a:off x="10033362" y="5588409"/>
              <a:ext cx="274284" cy="73071"/>
            </a:xfrm>
            <a:custGeom>
              <a:avLst/>
              <a:gdLst/>
              <a:ahLst/>
              <a:cxnLst/>
              <a:rect l="l" t="t" r="r" b="b"/>
              <a:pathLst>
                <a:path w="11400" h="3037" extrusionOk="0">
                  <a:moveTo>
                    <a:pt x="724" y="0"/>
                  </a:moveTo>
                  <a:cubicBezTo>
                    <a:pt x="290" y="0"/>
                    <a:pt x="1" y="121"/>
                    <a:pt x="97" y="265"/>
                  </a:cubicBezTo>
                  <a:lnTo>
                    <a:pt x="1736" y="2771"/>
                  </a:lnTo>
                  <a:cubicBezTo>
                    <a:pt x="1832" y="2916"/>
                    <a:pt x="2290" y="3036"/>
                    <a:pt x="2748" y="3036"/>
                  </a:cubicBezTo>
                  <a:lnTo>
                    <a:pt x="10652" y="3036"/>
                  </a:lnTo>
                  <a:cubicBezTo>
                    <a:pt x="11110" y="3036"/>
                    <a:pt x="11399" y="2916"/>
                    <a:pt x="11279" y="2771"/>
                  </a:cubicBezTo>
                  <a:lnTo>
                    <a:pt x="9327" y="265"/>
                  </a:lnTo>
                  <a:cubicBezTo>
                    <a:pt x="9206" y="121"/>
                    <a:pt x="8772" y="0"/>
                    <a:pt x="8315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4" name="Google Shape;833;p49"/>
            <p:cNvSpPr/>
            <p:nvPr/>
          </p:nvSpPr>
          <p:spPr>
            <a:xfrm>
              <a:off x="10292536" y="5588408"/>
              <a:ext cx="283547" cy="73648"/>
            </a:xfrm>
            <a:custGeom>
              <a:avLst/>
              <a:gdLst/>
              <a:ahLst/>
              <a:cxnLst/>
              <a:rect l="l" t="t" r="r" b="b"/>
              <a:pathLst>
                <a:path w="11785" h="3061" extrusionOk="0">
                  <a:moveTo>
                    <a:pt x="699" y="0"/>
                  </a:moveTo>
                  <a:cubicBezTo>
                    <a:pt x="266" y="0"/>
                    <a:pt x="1" y="121"/>
                    <a:pt x="121" y="265"/>
                  </a:cubicBezTo>
                  <a:lnTo>
                    <a:pt x="2121" y="2771"/>
                  </a:lnTo>
                  <a:cubicBezTo>
                    <a:pt x="2242" y="2916"/>
                    <a:pt x="2699" y="3036"/>
                    <a:pt x="3157" y="3036"/>
                  </a:cubicBezTo>
                  <a:lnTo>
                    <a:pt x="11061" y="3061"/>
                  </a:lnTo>
                  <a:cubicBezTo>
                    <a:pt x="11519" y="3061"/>
                    <a:pt x="11784" y="2940"/>
                    <a:pt x="11664" y="2771"/>
                  </a:cubicBezTo>
                  <a:lnTo>
                    <a:pt x="9350" y="289"/>
                  </a:lnTo>
                  <a:cubicBezTo>
                    <a:pt x="9206" y="121"/>
                    <a:pt x="8724" y="0"/>
                    <a:pt x="8290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5" name="Google Shape;834;p49"/>
            <p:cNvSpPr/>
            <p:nvPr/>
          </p:nvSpPr>
          <p:spPr>
            <a:xfrm>
              <a:off x="10552287" y="5588988"/>
              <a:ext cx="293965" cy="73071"/>
            </a:xfrm>
            <a:custGeom>
              <a:avLst/>
              <a:gdLst/>
              <a:ahLst/>
              <a:cxnLst/>
              <a:rect l="l" t="t" r="r" b="b"/>
              <a:pathLst>
                <a:path w="12218" h="3037" extrusionOk="0">
                  <a:moveTo>
                    <a:pt x="699" y="0"/>
                  </a:moveTo>
                  <a:cubicBezTo>
                    <a:pt x="241" y="0"/>
                    <a:pt x="0" y="97"/>
                    <a:pt x="145" y="265"/>
                  </a:cubicBezTo>
                  <a:lnTo>
                    <a:pt x="2506" y="2771"/>
                  </a:lnTo>
                  <a:cubicBezTo>
                    <a:pt x="2651" y="2916"/>
                    <a:pt x="3133" y="3037"/>
                    <a:pt x="3615" y="3037"/>
                  </a:cubicBezTo>
                  <a:lnTo>
                    <a:pt x="11495" y="3037"/>
                  </a:lnTo>
                  <a:cubicBezTo>
                    <a:pt x="11953" y="3037"/>
                    <a:pt x="12218" y="2916"/>
                    <a:pt x="12049" y="2771"/>
                  </a:cubicBezTo>
                  <a:lnTo>
                    <a:pt x="9374" y="265"/>
                  </a:lnTo>
                  <a:cubicBezTo>
                    <a:pt x="9206" y="121"/>
                    <a:pt x="8724" y="0"/>
                    <a:pt x="8290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6" name="Google Shape;835;p49"/>
            <p:cNvSpPr/>
            <p:nvPr/>
          </p:nvSpPr>
          <p:spPr>
            <a:xfrm>
              <a:off x="6761033" y="5671321"/>
              <a:ext cx="729403" cy="73071"/>
            </a:xfrm>
            <a:custGeom>
              <a:avLst/>
              <a:gdLst/>
              <a:ahLst/>
              <a:cxnLst/>
              <a:rect l="l" t="t" r="r" b="b"/>
              <a:pathLst>
                <a:path w="30316" h="3037" extrusionOk="0">
                  <a:moveTo>
                    <a:pt x="4049" y="0"/>
                  </a:moveTo>
                  <a:cubicBezTo>
                    <a:pt x="3567" y="0"/>
                    <a:pt x="3061" y="96"/>
                    <a:pt x="2917" y="265"/>
                  </a:cubicBezTo>
                  <a:lnTo>
                    <a:pt x="169" y="2747"/>
                  </a:lnTo>
                  <a:cubicBezTo>
                    <a:pt x="1" y="2892"/>
                    <a:pt x="266" y="3012"/>
                    <a:pt x="748" y="3012"/>
                  </a:cubicBezTo>
                  <a:lnTo>
                    <a:pt x="27255" y="3036"/>
                  </a:lnTo>
                  <a:cubicBezTo>
                    <a:pt x="27761" y="3036"/>
                    <a:pt x="28243" y="2916"/>
                    <a:pt x="28340" y="2771"/>
                  </a:cubicBezTo>
                  <a:lnTo>
                    <a:pt x="30195" y="265"/>
                  </a:lnTo>
                  <a:cubicBezTo>
                    <a:pt x="30316" y="121"/>
                    <a:pt x="30026" y="0"/>
                    <a:pt x="29544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7" name="Google Shape;836;p49"/>
            <p:cNvSpPr/>
            <p:nvPr/>
          </p:nvSpPr>
          <p:spPr>
            <a:xfrm>
              <a:off x="7480547" y="5671320"/>
              <a:ext cx="280660" cy="73648"/>
            </a:xfrm>
            <a:custGeom>
              <a:avLst/>
              <a:gdLst/>
              <a:ahLst/>
              <a:cxnLst/>
              <a:rect l="l" t="t" r="r" b="b"/>
              <a:pathLst>
                <a:path w="11665" h="3061" extrusionOk="0">
                  <a:moveTo>
                    <a:pt x="2941" y="0"/>
                  </a:moveTo>
                  <a:cubicBezTo>
                    <a:pt x="2483" y="0"/>
                    <a:pt x="2025" y="121"/>
                    <a:pt x="1905" y="265"/>
                  </a:cubicBezTo>
                  <a:lnTo>
                    <a:pt x="97" y="2771"/>
                  </a:lnTo>
                  <a:cubicBezTo>
                    <a:pt x="1" y="2916"/>
                    <a:pt x="290" y="3036"/>
                    <a:pt x="796" y="3036"/>
                  </a:cubicBezTo>
                  <a:lnTo>
                    <a:pt x="9038" y="3060"/>
                  </a:lnTo>
                  <a:cubicBezTo>
                    <a:pt x="9544" y="3060"/>
                    <a:pt x="10001" y="2940"/>
                    <a:pt x="10098" y="2795"/>
                  </a:cubicBezTo>
                  <a:lnTo>
                    <a:pt x="11592" y="289"/>
                  </a:lnTo>
                  <a:cubicBezTo>
                    <a:pt x="11664" y="145"/>
                    <a:pt x="11375" y="24"/>
                    <a:pt x="10893" y="24"/>
                  </a:cubicBezTo>
                  <a:lnTo>
                    <a:pt x="2941" y="0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8" name="Google Shape;837;p49"/>
            <p:cNvSpPr/>
            <p:nvPr/>
          </p:nvSpPr>
          <p:spPr>
            <a:xfrm>
              <a:off x="7762915" y="5671898"/>
              <a:ext cx="270795" cy="73071"/>
            </a:xfrm>
            <a:custGeom>
              <a:avLst/>
              <a:gdLst/>
              <a:ahLst/>
              <a:cxnLst/>
              <a:rect l="l" t="t" r="r" b="b"/>
              <a:pathLst>
                <a:path w="11255" h="3037" extrusionOk="0">
                  <a:moveTo>
                    <a:pt x="2531" y="0"/>
                  </a:moveTo>
                  <a:cubicBezTo>
                    <a:pt x="2049" y="0"/>
                    <a:pt x="1615" y="121"/>
                    <a:pt x="1519" y="265"/>
                  </a:cubicBezTo>
                  <a:lnTo>
                    <a:pt x="73" y="2771"/>
                  </a:lnTo>
                  <a:cubicBezTo>
                    <a:pt x="0" y="2916"/>
                    <a:pt x="314" y="3036"/>
                    <a:pt x="796" y="3036"/>
                  </a:cubicBezTo>
                  <a:lnTo>
                    <a:pt x="9061" y="3036"/>
                  </a:lnTo>
                  <a:cubicBezTo>
                    <a:pt x="9543" y="3036"/>
                    <a:pt x="10001" y="2916"/>
                    <a:pt x="10073" y="2771"/>
                  </a:cubicBezTo>
                  <a:lnTo>
                    <a:pt x="11206" y="265"/>
                  </a:lnTo>
                  <a:cubicBezTo>
                    <a:pt x="11254" y="121"/>
                    <a:pt x="10941" y="0"/>
                    <a:pt x="10459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9" name="Google Shape;838;p49"/>
            <p:cNvSpPr/>
            <p:nvPr/>
          </p:nvSpPr>
          <p:spPr>
            <a:xfrm>
              <a:off x="8044104" y="5671898"/>
              <a:ext cx="260931" cy="73071"/>
            </a:xfrm>
            <a:custGeom>
              <a:avLst/>
              <a:gdLst/>
              <a:ahLst/>
              <a:cxnLst/>
              <a:rect l="l" t="t" r="r" b="b"/>
              <a:pathLst>
                <a:path w="10845" h="3037" extrusionOk="0">
                  <a:moveTo>
                    <a:pt x="2097" y="0"/>
                  </a:moveTo>
                  <a:cubicBezTo>
                    <a:pt x="1639" y="0"/>
                    <a:pt x="1206" y="121"/>
                    <a:pt x="1133" y="265"/>
                  </a:cubicBezTo>
                  <a:lnTo>
                    <a:pt x="49" y="2771"/>
                  </a:lnTo>
                  <a:cubicBezTo>
                    <a:pt x="1" y="2916"/>
                    <a:pt x="338" y="3036"/>
                    <a:pt x="820" y="3036"/>
                  </a:cubicBezTo>
                  <a:lnTo>
                    <a:pt x="9086" y="3036"/>
                  </a:lnTo>
                  <a:cubicBezTo>
                    <a:pt x="9568" y="3036"/>
                    <a:pt x="10001" y="2916"/>
                    <a:pt x="10050" y="2771"/>
                  </a:cubicBezTo>
                  <a:lnTo>
                    <a:pt x="10821" y="289"/>
                  </a:lnTo>
                  <a:cubicBezTo>
                    <a:pt x="10845" y="121"/>
                    <a:pt x="10507" y="0"/>
                    <a:pt x="10050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0" name="Google Shape;839;p49"/>
            <p:cNvSpPr/>
            <p:nvPr/>
          </p:nvSpPr>
          <p:spPr>
            <a:xfrm>
              <a:off x="8325317" y="5672476"/>
              <a:ext cx="251067" cy="73071"/>
            </a:xfrm>
            <a:custGeom>
              <a:avLst/>
              <a:gdLst/>
              <a:ahLst/>
              <a:cxnLst/>
              <a:rect l="l" t="t" r="r" b="b"/>
              <a:pathLst>
                <a:path w="10435" h="3037" extrusionOk="0">
                  <a:moveTo>
                    <a:pt x="1663" y="0"/>
                  </a:moveTo>
                  <a:cubicBezTo>
                    <a:pt x="1205" y="0"/>
                    <a:pt x="795" y="97"/>
                    <a:pt x="747" y="265"/>
                  </a:cubicBezTo>
                  <a:lnTo>
                    <a:pt x="24" y="2747"/>
                  </a:lnTo>
                  <a:cubicBezTo>
                    <a:pt x="0" y="2916"/>
                    <a:pt x="362" y="3012"/>
                    <a:pt x="844" y="3037"/>
                  </a:cubicBezTo>
                  <a:lnTo>
                    <a:pt x="9109" y="3037"/>
                  </a:lnTo>
                  <a:cubicBezTo>
                    <a:pt x="9591" y="3037"/>
                    <a:pt x="10001" y="2916"/>
                    <a:pt x="10025" y="2772"/>
                  </a:cubicBezTo>
                  <a:lnTo>
                    <a:pt x="10410" y="265"/>
                  </a:lnTo>
                  <a:cubicBezTo>
                    <a:pt x="10434" y="121"/>
                    <a:pt x="10097" y="0"/>
                    <a:pt x="9615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1" name="Google Shape;840;p49"/>
            <p:cNvSpPr/>
            <p:nvPr/>
          </p:nvSpPr>
          <p:spPr>
            <a:xfrm>
              <a:off x="8606508" y="5672476"/>
              <a:ext cx="241225" cy="73071"/>
            </a:xfrm>
            <a:custGeom>
              <a:avLst/>
              <a:gdLst/>
              <a:ahLst/>
              <a:cxnLst/>
              <a:rect l="l" t="t" r="r" b="b"/>
              <a:pathLst>
                <a:path w="10026" h="3037" extrusionOk="0">
                  <a:moveTo>
                    <a:pt x="1254" y="0"/>
                  </a:moveTo>
                  <a:cubicBezTo>
                    <a:pt x="772" y="0"/>
                    <a:pt x="386" y="121"/>
                    <a:pt x="362" y="265"/>
                  </a:cubicBezTo>
                  <a:lnTo>
                    <a:pt x="25" y="2772"/>
                  </a:lnTo>
                  <a:cubicBezTo>
                    <a:pt x="1" y="2916"/>
                    <a:pt x="362" y="3037"/>
                    <a:pt x="868" y="3037"/>
                  </a:cubicBezTo>
                  <a:lnTo>
                    <a:pt x="9109" y="3037"/>
                  </a:lnTo>
                  <a:cubicBezTo>
                    <a:pt x="9616" y="3037"/>
                    <a:pt x="10001" y="2916"/>
                    <a:pt x="10001" y="2772"/>
                  </a:cubicBezTo>
                  <a:lnTo>
                    <a:pt x="10025" y="265"/>
                  </a:lnTo>
                  <a:cubicBezTo>
                    <a:pt x="10025" y="121"/>
                    <a:pt x="9664" y="0"/>
                    <a:pt x="9182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2" name="Google Shape;841;p49"/>
            <p:cNvSpPr/>
            <p:nvPr/>
          </p:nvSpPr>
          <p:spPr>
            <a:xfrm>
              <a:off x="8887120" y="5672475"/>
              <a:ext cx="241225" cy="73648"/>
            </a:xfrm>
            <a:custGeom>
              <a:avLst/>
              <a:gdLst/>
              <a:ahLst/>
              <a:cxnLst/>
              <a:rect l="l" t="t" r="r" b="b"/>
              <a:pathLst>
                <a:path w="10026" h="3061" extrusionOk="0">
                  <a:moveTo>
                    <a:pt x="844" y="0"/>
                  </a:moveTo>
                  <a:cubicBezTo>
                    <a:pt x="386" y="0"/>
                    <a:pt x="1" y="121"/>
                    <a:pt x="1" y="265"/>
                  </a:cubicBezTo>
                  <a:lnTo>
                    <a:pt x="25" y="2772"/>
                  </a:lnTo>
                  <a:cubicBezTo>
                    <a:pt x="25" y="2916"/>
                    <a:pt x="410" y="3037"/>
                    <a:pt x="892" y="3037"/>
                  </a:cubicBezTo>
                  <a:lnTo>
                    <a:pt x="9158" y="3061"/>
                  </a:lnTo>
                  <a:cubicBezTo>
                    <a:pt x="9640" y="3061"/>
                    <a:pt x="10025" y="2940"/>
                    <a:pt x="10001" y="2796"/>
                  </a:cubicBezTo>
                  <a:lnTo>
                    <a:pt x="9664" y="289"/>
                  </a:lnTo>
                  <a:cubicBezTo>
                    <a:pt x="9664" y="145"/>
                    <a:pt x="9254" y="24"/>
                    <a:pt x="8796" y="24"/>
                  </a:cubicBezTo>
                  <a:lnTo>
                    <a:pt x="844" y="0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3" name="Google Shape;842;p49"/>
            <p:cNvSpPr/>
            <p:nvPr/>
          </p:nvSpPr>
          <p:spPr>
            <a:xfrm>
              <a:off x="9158468" y="5673053"/>
              <a:ext cx="251067" cy="73071"/>
            </a:xfrm>
            <a:custGeom>
              <a:avLst/>
              <a:gdLst/>
              <a:ahLst/>
              <a:cxnLst/>
              <a:rect l="l" t="t" r="r" b="b"/>
              <a:pathLst>
                <a:path w="10435" h="3037" extrusionOk="0">
                  <a:moveTo>
                    <a:pt x="820" y="0"/>
                  </a:moveTo>
                  <a:cubicBezTo>
                    <a:pt x="362" y="0"/>
                    <a:pt x="1" y="121"/>
                    <a:pt x="25" y="265"/>
                  </a:cubicBezTo>
                  <a:lnTo>
                    <a:pt x="410" y="2772"/>
                  </a:lnTo>
                  <a:cubicBezTo>
                    <a:pt x="434" y="2916"/>
                    <a:pt x="844" y="3037"/>
                    <a:pt x="1326" y="3037"/>
                  </a:cubicBezTo>
                  <a:lnTo>
                    <a:pt x="9591" y="3037"/>
                  </a:lnTo>
                  <a:cubicBezTo>
                    <a:pt x="10073" y="3037"/>
                    <a:pt x="10435" y="2916"/>
                    <a:pt x="10387" y="2772"/>
                  </a:cubicBezTo>
                  <a:lnTo>
                    <a:pt x="9688" y="265"/>
                  </a:lnTo>
                  <a:cubicBezTo>
                    <a:pt x="9664" y="121"/>
                    <a:pt x="9254" y="0"/>
                    <a:pt x="8772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4" name="Google Shape;843;p49"/>
            <p:cNvSpPr/>
            <p:nvPr/>
          </p:nvSpPr>
          <p:spPr>
            <a:xfrm>
              <a:off x="9429816" y="5673053"/>
              <a:ext cx="260931" cy="73071"/>
            </a:xfrm>
            <a:custGeom>
              <a:avLst/>
              <a:gdLst/>
              <a:ahLst/>
              <a:cxnLst/>
              <a:rect l="l" t="t" r="r" b="b"/>
              <a:pathLst>
                <a:path w="10845" h="3037" extrusionOk="0">
                  <a:moveTo>
                    <a:pt x="820" y="0"/>
                  </a:moveTo>
                  <a:cubicBezTo>
                    <a:pt x="338" y="0"/>
                    <a:pt x="0" y="121"/>
                    <a:pt x="48" y="265"/>
                  </a:cubicBezTo>
                  <a:lnTo>
                    <a:pt x="795" y="2772"/>
                  </a:lnTo>
                  <a:cubicBezTo>
                    <a:pt x="844" y="2916"/>
                    <a:pt x="1277" y="3037"/>
                    <a:pt x="1759" y="3037"/>
                  </a:cubicBezTo>
                  <a:lnTo>
                    <a:pt x="10025" y="3037"/>
                  </a:lnTo>
                  <a:cubicBezTo>
                    <a:pt x="10507" y="3037"/>
                    <a:pt x="10844" y="2916"/>
                    <a:pt x="10772" y="2772"/>
                  </a:cubicBezTo>
                  <a:lnTo>
                    <a:pt x="9712" y="265"/>
                  </a:lnTo>
                  <a:cubicBezTo>
                    <a:pt x="9663" y="121"/>
                    <a:pt x="9230" y="0"/>
                    <a:pt x="8772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5" name="Google Shape;844;p49"/>
            <p:cNvSpPr/>
            <p:nvPr/>
          </p:nvSpPr>
          <p:spPr>
            <a:xfrm>
              <a:off x="9701141" y="5673052"/>
              <a:ext cx="270795" cy="73648"/>
            </a:xfrm>
            <a:custGeom>
              <a:avLst/>
              <a:gdLst/>
              <a:ahLst/>
              <a:cxnLst/>
              <a:rect l="l" t="t" r="r" b="b"/>
              <a:pathLst>
                <a:path w="11255" h="3061" extrusionOk="0">
                  <a:moveTo>
                    <a:pt x="796" y="0"/>
                  </a:moveTo>
                  <a:cubicBezTo>
                    <a:pt x="338" y="0"/>
                    <a:pt x="1" y="121"/>
                    <a:pt x="73" y="265"/>
                  </a:cubicBezTo>
                  <a:lnTo>
                    <a:pt x="1182" y="2772"/>
                  </a:lnTo>
                  <a:cubicBezTo>
                    <a:pt x="1254" y="2916"/>
                    <a:pt x="1688" y="3037"/>
                    <a:pt x="2194" y="3037"/>
                  </a:cubicBezTo>
                  <a:lnTo>
                    <a:pt x="10435" y="3061"/>
                  </a:lnTo>
                  <a:cubicBezTo>
                    <a:pt x="10917" y="3061"/>
                    <a:pt x="11255" y="2940"/>
                    <a:pt x="11158" y="2796"/>
                  </a:cubicBezTo>
                  <a:lnTo>
                    <a:pt x="9736" y="290"/>
                  </a:lnTo>
                  <a:cubicBezTo>
                    <a:pt x="9664" y="145"/>
                    <a:pt x="9206" y="24"/>
                    <a:pt x="8748" y="24"/>
                  </a:cubicBezTo>
                  <a:lnTo>
                    <a:pt x="796" y="0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6" name="Google Shape;845;p49"/>
            <p:cNvSpPr/>
            <p:nvPr/>
          </p:nvSpPr>
          <p:spPr>
            <a:xfrm>
              <a:off x="9972490" y="5673630"/>
              <a:ext cx="280636" cy="73071"/>
            </a:xfrm>
            <a:custGeom>
              <a:avLst/>
              <a:gdLst/>
              <a:ahLst/>
              <a:cxnLst/>
              <a:rect l="l" t="t" r="r" b="b"/>
              <a:pathLst>
                <a:path w="11664" h="3037" extrusionOk="0">
                  <a:moveTo>
                    <a:pt x="772" y="0"/>
                  </a:moveTo>
                  <a:cubicBezTo>
                    <a:pt x="314" y="0"/>
                    <a:pt x="1" y="121"/>
                    <a:pt x="97" y="266"/>
                  </a:cubicBezTo>
                  <a:lnTo>
                    <a:pt x="1567" y="2772"/>
                  </a:lnTo>
                  <a:cubicBezTo>
                    <a:pt x="1663" y="2916"/>
                    <a:pt x="2121" y="3037"/>
                    <a:pt x="2603" y="3037"/>
                  </a:cubicBezTo>
                  <a:lnTo>
                    <a:pt x="10869" y="3037"/>
                  </a:lnTo>
                  <a:cubicBezTo>
                    <a:pt x="11351" y="3037"/>
                    <a:pt x="11664" y="2916"/>
                    <a:pt x="11568" y="2772"/>
                  </a:cubicBezTo>
                  <a:lnTo>
                    <a:pt x="9760" y="266"/>
                  </a:lnTo>
                  <a:cubicBezTo>
                    <a:pt x="9664" y="121"/>
                    <a:pt x="9206" y="0"/>
                    <a:pt x="8724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7" name="Google Shape;846;p49"/>
            <p:cNvSpPr/>
            <p:nvPr/>
          </p:nvSpPr>
          <p:spPr>
            <a:xfrm>
              <a:off x="10243839" y="5673630"/>
              <a:ext cx="290500" cy="73071"/>
            </a:xfrm>
            <a:custGeom>
              <a:avLst/>
              <a:gdLst/>
              <a:ahLst/>
              <a:cxnLst/>
              <a:rect l="l" t="t" r="r" b="b"/>
              <a:pathLst>
                <a:path w="12074" h="3037" extrusionOk="0">
                  <a:moveTo>
                    <a:pt x="771" y="0"/>
                  </a:moveTo>
                  <a:cubicBezTo>
                    <a:pt x="290" y="0"/>
                    <a:pt x="0" y="121"/>
                    <a:pt x="121" y="266"/>
                  </a:cubicBezTo>
                  <a:lnTo>
                    <a:pt x="1952" y="2772"/>
                  </a:lnTo>
                  <a:cubicBezTo>
                    <a:pt x="2073" y="2916"/>
                    <a:pt x="2555" y="3037"/>
                    <a:pt x="3037" y="3037"/>
                  </a:cubicBezTo>
                  <a:lnTo>
                    <a:pt x="11302" y="3037"/>
                  </a:lnTo>
                  <a:cubicBezTo>
                    <a:pt x="11784" y="3037"/>
                    <a:pt x="12073" y="2940"/>
                    <a:pt x="11953" y="2772"/>
                  </a:cubicBezTo>
                  <a:lnTo>
                    <a:pt x="9784" y="266"/>
                  </a:lnTo>
                  <a:cubicBezTo>
                    <a:pt x="9664" y="121"/>
                    <a:pt x="9182" y="0"/>
                    <a:pt x="8724" y="0"/>
                  </a:cubicBez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8" name="Google Shape;847;p49"/>
            <p:cNvSpPr/>
            <p:nvPr/>
          </p:nvSpPr>
          <p:spPr>
            <a:xfrm>
              <a:off x="10516342" y="5673630"/>
              <a:ext cx="420953" cy="73648"/>
            </a:xfrm>
            <a:custGeom>
              <a:avLst/>
              <a:gdLst/>
              <a:ahLst/>
              <a:cxnLst/>
              <a:rect l="l" t="t" r="r" b="b"/>
              <a:pathLst>
                <a:path w="17496" h="3061" extrusionOk="0">
                  <a:moveTo>
                    <a:pt x="747" y="0"/>
                  </a:moveTo>
                  <a:cubicBezTo>
                    <a:pt x="289" y="0"/>
                    <a:pt x="0" y="121"/>
                    <a:pt x="145" y="290"/>
                  </a:cubicBezTo>
                  <a:lnTo>
                    <a:pt x="2338" y="2772"/>
                  </a:lnTo>
                  <a:cubicBezTo>
                    <a:pt x="2482" y="2940"/>
                    <a:pt x="2988" y="3061"/>
                    <a:pt x="3470" y="3061"/>
                  </a:cubicBezTo>
                  <a:lnTo>
                    <a:pt x="16748" y="3061"/>
                  </a:lnTo>
                  <a:cubicBezTo>
                    <a:pt x="17230" y="3061"/>
                    <a:pt x="17495" y="2940"/>
                    <a:pt x="17351" y="2796"/>
                  </a:cubicBezTo>
                  <a:lnTo>
                    <a:pt x="14652" y="290"/>
                  </a:lnTo>
                  <a:cubicBezTo>
                    <a:pt x="14507" y="145"/>
                    <a:pt x="14001" y="25"/>
                    <a:pt x="13543" y="25"/>
                  </a:cubicBezTo>
                  <a:lnTo>
                    <a:pt x="747" y="0"/>
                  </a:lnTo>
                  <a:close/>
                </a:path>
              </a:pathLst>
            </a:custGeom>
            <a:solidFill>
              <a:srgbClr val="1B1464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9" name="Google Shape;848;p49"/>
            <p:cNvSpPr/>
            <p:nvPr/>
          </p:nvSpPr>
          <p:spPr>
            <a:xfrm>
              <a:off x="5880341" y="6139769"/>
              <a:ext cx="5939380" cy="46989"/>
            </a:xfrm>
            <a:custGeom>
              <a:avLst/>
              <a:gdLst/>
              <a:ahLst/>
              <a:cxnLst/>
              <a:rect l="l" t="t" r="r" b="b"/>
              <a:pathLst>
                <a:path w="246857" h="1953" extrusionOk="0">
                  <a:moveTo>
                    <a:pt x="940" y="1"/>
                  </a:moveTo>
                  <a:cubicBezTo>
                    <a:pt x="0" y="989"/>
                    <a:pt x="2314" y="1760"/>
                    <a:pt x="6386" y="1760"/>
                  </a:cubicBezTo>
                  <a:lnTo>
                    <a:pt x="240447" y="1953"/>
                  </a:lnTo>
                  <a:cubicBezTo>
                    <a:pt x="244519" y="1953"/>
                    <a:pt x="246857" y="1158"/>
                    <a:pt x="245917" y="194"/>
                  </a:cubicBezTo>
                  <a:lnTo>
                    <a:pt x="245917" y="194"/>
                  </a:lnTo>
                  <a:cubicBezTo>
                    <a:pt x="245309" y="732"/>
                    <a:pt x="243408" y="1111"/>
                    <a:pt x="240698" y="1111"/>
                  </a:cubicBezTo>
                  <a:cubicBezTo>
                    <a:pt x="240615" y="1111"/>
                    <a:pt x="240531" y="1110"/>
                    <a:pt x="240447" y="1109"/>
                  </a:cubicBezTo>
                  <a:lnTo>
                    <a:pt x="6386" y="941"/>
                  </a:lnTo>
                  <a:cubicBezTo>
                    <a:pt x="3543" y="941"/>
                    <a:pt x="1567" y="555"/>
                    <a:pt x="940" y="1"/>
                  </a:cubicBezTo>
                  <a:close/>
                </a:path>
              </a:pathLst>
            </a:custGeom>
            <a:solidFill>
              <a:srgbClr val="FFFFFF">
                <a:alpha val="1254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pic>
          <p:nvPicPr>
            <p:cNvPr id="80" name="Google Shape;849;p49"/>
            <p:cNvPicPr preferRelativeResize="0"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0849" y="2830151"/>
              <a:ext cx="3641568" cy="24312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50;p49"/>
            <p:cNvSpPr/>
            <p:nvPr/>
          </p:nvSpPr>
          <p:spPr>
            <a:xfrm>
              <a:off x="6928587" y="2699886"/>
              <a:ext cx="3916511" cy="2529067"/>
            </a:xfrm>
            <a:custGeom>
              <a:avLst/>
              <a:gdLst/>
              <a:ahLst/>
              <a:cxnLst/>
              <a:rect l="l" t="t" r="r" b="b"/>
              <a:pathLst>
                <a:path w="162781" h="105115" extrusionOk="0">
                  <a:moveTo>
                    <a:pt x="3543" y="1"/>
                  </a:moveTo>
                  <a:cubicBezTo>
                    <a:pt x="2242" y="1"/>
                    <a:pt x="1013" y="386"/>
                    <a:pt x="1" y="1061"/>
                  </a:cubicBezTo>
                  <a:lnTo>
                    <a:pt x="162684" y="105115"/>
                  </a:lnTo>
                  <a:lnTo>
                    <a:pt x="162781" y="6676"/>
                  </a:lnTo>
                  <a:cubicBezTo>
                    <a:pt x="162781" y="3061"/>
                    <a:pt x="159841" y="121"/>
                    <a:pt x="156250" y="121"/>
                  </a:cubicBezTo>
                  <a:lnTo>
                    <a:pt x="3543" y="1"/>
                  </a:lnTo>
                  <a:close/>
                </a:path>
              </a:pathLst>
            </a:custGeom>
            <a:solidFill>
              <a:srgbClr val="FFFFFF">
                <a:alpha val="1254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1689857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7.40741E-7 L -0.00013 0.20393 " pathEditMode="relative" rAng="0" ptsTypes="AA">
                                      <p:cBhvr>
                                        <p:cTn id="24" dur="1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018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07407E-6 L -0.00013 0.20393 " pathEditMode="relative" rAng="0" ptsTypes="AA">
                                      <p:cBhvr>
                                        <p:cTn id="44" dur="1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018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" grpId="0" uiExpand="1" build="p"/>
      <p:bldP spid="5" grpId="0" uiExpand="1" animBg="1"/>
      <p:bldP spid="5" grpId="1" uiExpand="1" animBg="1"/>
      <p:bldP spid="5" grpId="2" uiExpand="1" animBg="1"/>
      <p:bldP spid="6" grpId="0" uiExpand="1" animBg="1"/>
      <p:bldP spid="6" grpId="1" uiExpan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/>
          <p:cNvSpPr txBox="1">
            <a:spLocks noGrp="1"/>
          </p:cNvSpPr>
          <p:nvPr>
            <p:ph type="body" idx="1"/>
          </p:nvPr>
        </p:nvSpPr>
        <p:spPr>
          <a:xfrm>
            <a:off x="6043255" y="2583296"/>
            <a:ext cx="5300248" cy="284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>
              <a:buNone/>
            </a:pPr>
            <a:r>
              <a:rPr lang="en-US" b="1" dirty="0">
                <a:latin typeface="Lucida Console" panose="020B0609040504020204" pitchFamily="49" charset="0"/>
              </a:rPr>
              <a:t>Variable:</a:t>
            </a:r>
            <a:r>
              <a:rPr lang="en-US" dirty="0">
                <a:latin typeface="Lucida Console" panose="020B0609040504020204" pitchFamily="49" charset="0"/>
              </a:rPr>
              <a:t> A container for storing data </a:t>
            </a:r>
            <a:r>
              <a:rPr lang="en-US" dirty="0" smtClean="0">
                <a:latin typeface="Lucida Console" panose="020B0609040504020204" pitchFamily="49" charset="0"/>
              </a:rPr>
              <a:t>in memory.</a:t>
            </a:r>
          </a:p>
          <a:p>
            <a:pPr marL="0" indent="0" algn="ctr">
              <a:buNone/>
            </a:pPr>
            <a:endParaRPr lang="en-US" dirty="0" smtClean="0">
              <a:latin typeface="Lucida Console" panose="020B0609040504020204" pitchFamily="49" charset="0"/>
            </a:endParaRPr>
          </a:p>
          <a:p>
            <a:pPr marL="0" indent="0" algn="ctr">
              <a:buNone/>
            </a:pPr>
            <a:r>
              <a:rPr lang="en-US" b="1" dirty="0" smtClean="0">
                <a:latin typeface="Lucida Console" panose="020B0609040504020204" pitchFamily="49" charset="0"/>
              </a:rPr>
              <a:t>Naming </a:t>
            </a:r>
            <a:r>
              <a:rPr lang="en-US" b="1" dirty="0">
                <a:latin typeface="Lucida Console" panose="020B0609040504020204" pitchFamily="49" charset="0"/>
              </a:rPr>
              <a:t>Rules:</a:t>
            </a:r>
            <a:r>
              <a:rPr lang="en-US" dirty="0">
                <a:latin typeface="Lucida Console" panose="020B0609040504020204" pitchFamily="49" charset="0"/>
              </a:rPr>
              <a:t> Must be </a:t>
            </a:r>
            <a:r>
              <a:rPr lang="en-US" dirty="0" smtClean="0">
                <a:latin typeface="Lucida Console" panose="020B0609040504020204" pitchFamily="49" charset="0"/>
              </a:rPr>
              <a:t>clear, start </a:t>
            </a:r>
            <a:r>
              <a:rPr lang="en-US" dirty="0">
                <a:latin typeface="Lucida Console" panose="020B0609040504020204" pitchFamily="49" charset="0"/>
              </a:rPr>
              <a:t>with </a:t>
            </a:r>
            <a:r>
              <a:rPr lang="en-US" dirty="0" smtClean="0">
                <a:latin typeface="Lucida Console" panose="020B0609040504020204" pitchFamily="49" charset="0"/>
              </a:rPr>
              <a:t>a letter </a:t>
            </a:r>
            <a:r>
              <a:rPr lang="en-US" dirty="0">
                <a:latin typeface="Lucida Console" panose="020B0609040504020204" pitchFamily="49" charset="0"/>
              </a:rPr>
              <a:t>or _, and </a:t>
            </a:r>
            <a:r>
              <a:rPr lang="en-US" dirty="0" smtClean="0">
                <a:latin typeface="Lucida Console" panose="020B0609040504020204" pitchFamily="49" charset="0"/>
              </a:rPr>
              <a:t>avoid reserved </a:t>
            </a:r>
            <a:r>
              <a:rPr lang="en-US" dirty="0">
                <a:latin typeface="Lucida Console" panose="020B0609040504020204" pitchFamily="49" charset="0"/>
              </a:rPr>
              <a:t>keywords</a:t>
            </a:r>
            <a:r>
              <a:rPr lang="en-US" dirty="0" smtClean="0">
                <a:latin typeface="Lucida Console" panose="020B0609040504020204" pitchFamily="49" charset="0"/>
              </a:rPr>
              <a:t>.</a:t>
            </a:r>
          </a:p>
          <a:p>
            <a:pPr marL="0" indent="0" algn="ctr">
              <a:buNone/>
            </a:pPr>
            <a:r>
              <a:rPr lang="en-US" dirty="0" smtClean="0">
                <a:latin typeface="Lucida Console" panose="020B0609040504020204" pitchFamily="49" charset="0"/>
              </a:rPr>
              <a:t> </a:t>
            </a:r>
          </a:p>
          <a:p>
            <a:pPr marL="0" indent="0" algn="ctr">
              <a:buNone/>
            </a:pPr>
            <a:r>
              <a:rPr lang="en-US" b="1" dirty="0" smtClean="0">
                <a:latin typeface="Lucida Console" panose="020B0609040504020204" pitchFamily="49" charset="0"/>
              </a:rPr>
              <a:t>Example: </a:t>
            </a:r>
          </a:p>
          <a:p>
            <a:pPr marL="0" indent="0" algn="ctr">
              <a:buNone/>
            </a:pPr>
            <a:r>
              <a:rPr lang="en-US" dirty="0" err="1" smtClean="0">
                <a:latin typeface="Lucida Console" panose="020B0609040504020204" pitchFamily="49" charset="0"/>
              </a:rPr>
              <a:t>product_price</a:t>
            </a:r>
            <a:r>
              <a:rPr lang="en-US" dirty="0" smtClean="0">
                <a:latin typeface="Lucida Console" panose="020B0609040504020204" pitchFamily="49" charset="0"/>
              </a:rPr>
              <a:t> </a:t>
            </a:r>
            <a:r>
              <a:rPr lang="en-US" dirty="0">
                <a:latin typeface="Lucida Console" panose="020B0609040504020204" pitchFamily="49" charset="0"/>
              </a:rPr>
              <a:t>= 199.99</a:t>
            </a:r>
            <a:endParaRPr dirty="0">
              <a:latin typeface="Lucida Console" panose="020B0609040504020204" pitchFamily="49" charset="0"/>
            </a:endParaRPr>
          </a:p>
        </p:txBody>
      </p:sp>
      <p:sp>
        <p:nvSpPr>
          <p:cNvPr id="381" name="Google Shape;381;p33"/>
          <p:cNvSpPr txBox="1">
            <a:spLocks noGrp="1"/>
          </p:cNvSpPr>
          <p:nvPr>
            <p:ph type="title"/>
          </p:nvPr>
        </p:nvSpPr>
        <p:spPr>
          <a:xfrm>
            <a:off x="7135318" y="1012237"/>
            <a:ext cx="2666166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Variables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026" name="Picture 2" descr="Generated image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798" y="2020616"/>
            <a:ext cx="2346839" cy="3520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19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7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dirty="0"/>
              <a:t>Core </a:t>
            </a:r>
            <a:r>
              <a:rPr lang="fr-FR" dirty="0" smtClean="0"/>
              <a:t>Data Types</a:t>
            </a:r>
            <a:endParaRPr dirty="0"/>
          </a:p>
        </p:txBody>
      </p:sp>
      <p:sp>
        <p:nvSpPr>
          <p:cNvPr id="463" name="Google Shape;463;p37"/>
          <p:cNvSpPr txBox="1">
            <a:spLocks noGrp="1"/>
          </p:cNvSpPr>
          <p:nvPr>
            <p:ph type="subTitle" idx="1"/>
          </p:nvPr>
        </p:nvSpPr>
        <p:spPr>
          <a:xfrm flipH="1">
            <a:off x="9203025" y="3313644"/>
            <a:ext cx="2755200" cy="5740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noAutofit/>
          </a:bodyPr>
          <a:lstStyle/>
          <a:p>
            <a:pPr marL="0" indent="0"/>
            <a:r>
              <a:rPr lang="en-US" dirty="0">
                <a:latin typeface="Lucida Console" panose="020B0609040504020204" pitchFamily="49" charset="0"/>
              </a:rPr>
              <a:t>True or False </a:t>
            </a:r>
            <a:endParaRPr lang="en-US" dirty="0" smtClean="0">
              <a:latin typeface="Lucida Console" panose="020B0609040504020204" pitchFamily="49" charset="0"/>
            </a:endParaRPr>
          </a:p>
          <a:p>
            <a:pPr marL="0" indent="0"/>
            <a:r>
              <a:rPr lang="en-US" dirty="0" smtClean="0">
                <a:latin typeface="Lucida Console" panose="020B0609040504020204" pitchFamily="49" charset="0"/>
              </a:rPr>
              <a:t>(</a:t>
            </a:r>
            <a:r>
              <a:rPr lang="en-US" dirty="0">
                <a:latin typeface="Lucida Console" panose="020B0609040504020204" pitchFamily="49" charset="0"/>
              </a:rPr>
              <a:t>for conditions).</a:t>
            </a:r>
          </a:p>
          <a:p>
            <a:pPr marL="0" indent="0"/>
            <a:endParaRPr dirty="0"/>
          </a:p>
          <a:p>
            <a:pPr marL="0" indent="0"/>
            <a:endParaRPr dirty="0"/>
          </a:p>
        </p:txBody>
      </p:sp>
      <p:sp>
        <p:nvSpPr>
          <p:cNvPr id="464" name="Google Shape;464;p37"/>
          <p:cNvSpPr txBox="1">
            <a:spLocks noGrp="1"/>
          </p:cNvSpPr>
          <p:nvPr>
            <p:ph type="ctrTitle" idx="2"/>
          </p:nvPr>
        </p:nvSpPr>
        <p:spPr>
          <a:xfrm flipH="1">
            <a:off x="-286275" y="2422708"/>
            <a:ext cx="4534696" cy="574000"/>
          </a:xfrm>
          <a:prstGeom prst="rect">
            <a:avLst/>
          </a:prstGeom>
        </p:spPr>
        <p:txBody>
          <a:bodyPr spcFirstLastPara="1" wrap="square" lIns="121900" tIns="121900" rIns="121900" bIns="0" anchor="b" anchorCtr="0">
            <a:noAutofit/>
          </a:bodyPr>
          <a:lstStyle/>
          <a:p>
            <a:r>
              <a:rPr lang="fr-FR" dirty="0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Numbers </a:t>
            </a:r>
            <a:r>
              <a:rPr lang="fr-FR" dirty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</a:t>
            </a:r>
            <a:r>
              <a:rPr lang="fr-FR" dirty="0" err="1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Numeric</a:t>
            </a:r>
            <a:r>
              <a:rPr lang="fr-FR" dirty="0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  <a:endParaRPr dirty="0">
              <a:solidFill>
                <a:schemeClr val="bg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65" name="Google Shape;465;p37"/>
          <p:cNvSpPr txBox="1">
            <a:spLocks noGrp="1"/>
          </p:cNvSpPr>
          <p:nvPr>
            <p:ph type="subTitle" idx="3"/>
          </p:nvPr>
        </p:nvSpPr>
        <p:spPr>
          <a:xfrm flipH="1">
            <a:off x="0" y="3318408"/>
            <a:ext cx="3753132" cy="5740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noAutofit/>
          </a:bodyPr>
          <a:lstStyle/>
          <a:p>
            <a:pPr marL="0" indent="0"/>
            <a:r>
              <a:rPr lang="fr-FR" dirty="0">
                <a:latin typeface="Lucida Console" panose="020B0609040504020204" pitchFamily="49" charset="0"/>
              </a:rPr>
              <a:t>int (</a:t>
            </a:r>
            <a:r>
              <a:rPr lang="fr-FR" dirty="0" err="1" smtClean="0">
                <a:latin typeface="Lucida Console" panose="020B0609040504020204" pitchFamily="49" charset="0"/>
              </a:rPr>
              <a:t>integers</a:t>
            </a:r>
            <a:r>
              <a:rPr lang="fr-FR" dirty="0" smtClean="0">
                <a:latin typeface="Lucida Console" panose="020B0609040504020204" pitchFamily="49" charset="0"/>
              </a:rPr>
              <a:t>)</a:t>
            </a:r>
          </a:p>
          <a:p>
            <a:pPr marL="0" indent="0"/>
            <a:r>
              <a:rPr lang="fr-FR" dirty="0" err="1" smtClean="0">
                <a:latin typeface="Lucida Console" panose="020B0609040504020204" pitchFamily="49" charset="0"/>
              </a:rPr>
              <a:t>float</a:t>
            </a:r>
            <a:r>
              <a:rPr lang="fr-FR" dirty="0" smtClean="0">
                <a:latin typeface="Lucida Console" panose="020B0609040504020204" pitchFamily="49" charset="0"/>
              </a:rPr>
              <a:t> (</a:t>
            </a:r>
            <a:r>
              <a:rPr lang="fr-FR" dirty="0" err="1" smtClean="0">
                <a:latin typeface="Lucida Console" panose="020B0609040504020204" pitchFamily="49" charset="0"/>
              </a:rPr>
              <a:t>decimals</a:t>
            </a:r>
            <a:r>
              <a:rPr lang="fr-FR" dirty="0">
                <a:latin typeface="Lucida Console" panose="020B0609040504020204" pitchFamily="49" charset="0"/>
              </a:rPr>
              <a:t>). </a:t>
            </a:r>
          </a:p>
          <a:p>
            <a:pPr marL="0" indent="0"/>
            <a:endParaRPr dirty="0"/>
          </a:p>
        </p:txBody>
      </p:sp>
      <p:sp>
        <p:nvSpPr>
          <p:cNvPr id="466" name="Google Shape;466;p37"/>
          <p:cNvSpPr txBox="1">
            <a:spLocks noGrp="1"/>
          </p:cNvSpPr>
          <p:nvPr>
            <p:ph type="subTitle" idx="5"/>
          </p:nvPr>
        </p:nvSpPr>
        <p:spPr>
          <a:xfrm flipH="1">
            <a:off x="4355964" y="3371969"/>
            <a:ext cx="3480069" cy="5740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noAutofit/>
          </a:bodyPr>
          <a:lstStyle/>
          <a:p>
            <a:pPr marL="0" indent="0"/>
            <a:r>
              <a:rPr lang="en-US" dirty="0">
                <a:latin typeface="Lucida Console" panose="020B0609040504020204" pitchFamily="49" charset="0"/>
              </a:rPr>
              <a:t>Sequence of characters (inside quotes).</a:t>
            </a:r>
          </a:p>
          <a:p>
            <a:pPr marL="0" indent="0"/>
            <a:endParaRPr dirty="0"/>
          </a:p>
          <a:p>
            <a:pPr marL="0" indent="0"/>
            <a:endParaRPr dirty="0"/>
          </a:p>
        </p:txBody>
      </p:sp>
      <p:sp>
        <p:nvSpPr>
          <p:cNvPr id="481" name="Google Shape;481;p37"/>
          <p:cNvSpPr txBox="1">
            <a:spLocks noGrp="1"/>
          </p:cNvSpPr>
          <p:nvPr>
            <p:ph type="ctrTitle" idx="7"/>
          </p:nvPr>
        </p:nvSpPr>
        <p:spPr>
          <a:xfrm flipH="1">
            <a:off x="4414001" y="2443231"/>
            <a:ext cx="3363997" cy="574000"/>
          </a:xfrm>
          <a:prstGeom prst="rect">
            <a:avLst/>
          </a:prstGeom>
        </p:spPr>
        <p:txBody>
          <a:bodyPr spcFirstLastPara="1" wrap="square" lIns="121900" tIns="121900" rIns="121900" bIns="0" anchor="b" anchorCtr="0">
            <a:noAutofit/>
          </a:bodyPr>
          <a:lstStyle/>
          <a:p>
            <a:r>
              <a:rPr lang="fr-FR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Text</a:t>
            </a:r>
            <a:r>
              <a:rPr lang="fr-F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fr-F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</a:t>
            </a:r>
            <a:r>
              <a:rPr lang="fr-F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String</a:t>
            </a:r>
            <a:r>
              <a:rPr lang="fr-F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</p:txBody>
      </p:sp>
      <p:sp>
        <p:nvSpPr>
          <p:cNvPr id="482" name="Google Shape;482;p37"/>
          <p:cNvSpPr txBox="1">
            <a:spLocks noGrp="1"/>
          </p:cNvSpPr>
          <p:nvPr>
            <p:ph type="ctrTitle" idx="8"/>
          </p:nvPr>
        </p:nvSpPr>
        <p:spPr>
          <a:xfrm flipH="1">
            <a:off x="9110400" y="2431304"/>
            <a:ext cx="2755200" cy="574000"/>
          </a:xfrm>
          <a:prstGeom prst="rect">
            <a:avLst/>
          </a:prstGeom>
        </p:spPr>
        <p:txBody>
          <a:bodyPr spcFirstLastPara="1" wrap="square" lIns="121900" tIns="121900" rIns="121900" bIns="0" anchor="b" anchorCtr="0">
            <a:noAutofit/>
          </a:bodyPr>
          <a:lstStyle/>
          <a:p>
            <a:r>
              <a:rPr lang="fr-FR" dirty="0" err="1" smtClean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Boolean</a:t>
            </a:r>
            <a:endParaRPr lang="fr-FR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5" name="Groupe 4"/>
          <p:cNvGrpSpPr/>
          <p:nvPr/>
        </p:nvGrpSpPr>
        <p:grpSpPr>
          <a:xfrm>
            <a:off x="781811" y="4105135"/>
            <a:ext cx="2398524" cy="2752864"/>
            <a:chOff x="781811" y="4105135"/>
            <a:chExt cx="2398524" cy="2752864"/>
          </a:xfrm>
        </p:grpSpPr>
        <p:grpSp>
          <p:nvGrpSpPr>
            <p:cNvPr id="471" name="Google Shape;471;p37"/>
            <p:cNvGrpSpPr/>
            <p:nvPr/>
          </p:nvGrpSpPr>
          <p:grpSpPr>
            <a:xfrm>
              <a:off x="781811" y="4105135"/>
              <a:ext cx="2398524" cy="2752864"/>
              <a:chOff x="1349436" y="3078842"/>
              <a:chExt cx="1798893" cy="2064648"/>
            </a:xfrm>
          </p:grpSpPr>
          <p:sp>
            <p:nvSpPr>
              <p:cNvPr id="472" name="Google Shape;472;p37"/>
              <p:cNvSpPr/>
              <p:nvPr/>
            </p:nvSpPr>
            <p:spPr>
              <a:xfrm>
                <a:off x="1349436" y="4010317"/>
                <a:ext cx="1798893" cy="719800"/>
              </a:xfrm>
              <a:custGeom>
                <a:avLst/>
                <a:gdLst/>
                <a:ahLst/>
                <a:cxnLst/>
                <a:rect l="l" t="t" r="r" b="b"/>
                <a:pathLst>
                  <a:path w="56211" h="22492" extrusionOk="0">
                    <a:moveTo>
                      <a:pt x="33719" y="22492"/>
                    </a:moveTo>
                    <a:lnTo>
                      <a:pt x="1" y="1"/>
                    </a:lnTo>
                    <a:lnTo>
                      <a:pt x="44947" y="1"/>
                    </a:lnTo>
                    <a:lnTo>
                      <a:pt x="56210" y="224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37"/>
              <p:cNvSpPr/>
              <p:nvPr/>
            </p:nvSpPr>
            <p:spPr>
              <a:xfrm>
                <a:off x="1349436" y="4010317"/>
                <a:ext cx="1798893" cy="719800"/>
              </a:xfrm>
              <a:custGeom>
                <a:avLst/>
                <a:gdLst/>
                <a:ahLst/>
                <a:cxnLst/>
                <a:rect l="l" t="t" r="r" b="b"/>
                <a:pathLst>
                  <a:path w="56211" h="22492" extrusionOk="0">
                    <a:moveTo>
                      <a:pt x="33719" y="22492"/>
                    </a:moveTo>
                    <a:lnTo>
                      <a:pt x="1" y="1"/>
                    </a:lnTo>
                    <a:lnTo>
                      <a:pt x="44947" y="1"/>
                    </a:lnTo>
                    <a:lnTo>
                      <a:pt x="56210" y="22492"/>
                    </a:lnTo>
                    <a:close/>
                  </a:path>
                </a:pathLst>
              </a:custGeom>
              <a:solidFill>
                <a:srgbClr val="1B1464">
                  <a:alpha val="2509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37"/>
              <p:cNvSpPr/>
              <p:nvPr/>
            </p:nvSpPr>
            <p:spPr>
              <a:xfrm>
                <a:off x="2428436" y="4730018"/>
                <a:ext cx="719800" cy="413472"/>
              </a:xfrm>
              <a:custGeom>
                <a:avLst/>
                <a:gdLst/>
                <a:ahLst/>
                <a:cxnLst/>
                <a:rect l="l" t="t" r="r" b="b"/>
                <a:pathLst>
                  <a:path w="22492" h="12920" extrusionOk="0">
                    <a:moveTo>
                      <a:pt x="0" y="1"/>
                    </a:moveTo>
                    <a:lnTo>
                      <a:pt x="0" y="12919"/>
                    </a:lnTo>
                    <a:lnTo>
                      <a:pt x="22491" y="12919"/>
                    </a:lnTo>
                    <a:lnTo>
                      <a:pt x="2249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37"/>
              <p:cNvSpPr/>
              <p:nvPr/>
            </p:nvSpPr>
            <p:spPr>
              <a:xfrm>
                <a:off x="1349436" y="3078842"/>
                <a:ext cx="1439952" cy="931640"/>
              </a:xfrm>
              <a:custGeom>
                <a:avLst/>
                <a:gdLst/>
                <a:ahLst/>
                <a:cxnLst/>
                <a:rect l="l" t="t" r="r" b="b"/>
                <a:pathLst>
                  <a:path w="44995" h="44994" extrusionOk="0">
                    <a:moveTo>
                      <a:pt x="1" y="0"/>
                    </a:moveTo>
                    <a:lnTo>
                      <a:pt x="44995" y="0"/>
                    </a:lnTo>
                    <a:lnTo>
                      <a:pt x="44995" y="44994"/>
                    </a:lnTo>
                    <a:lnTo>
                      <a:pt x="1" y="4499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sp>
          <p:nvSpPr>
            <p:cNvPr id="2" name="Rectangle 1"/>
            <p:cNvSpPr/>
            <p:nvPr/>
          </p:nvSpPr>
          <p:spPr>
            <a:xfrm>
              <a:off x="960956" y="4448558"/>
              <a:ext cx="15616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2400" b="1" dirty="0">
                  <a:latin typeface="Agency FB" panose="020B0503020202020204" pitchFamily="34" charset="0"/>
                </a:rPr>
                <a:t>price = 19.99</a:t>
              </a:r>
            </a:p>
          </p:txBody>
        </p:sp>
      </p:grpSp>
      <p:grpSp>
        <p:nvGrpSpPr>
          <p:cNvPr id="6" name="Groupe 5"/>
          <p:cNvGrpSpPr/>
          <p:nvPr/>
        </p:nvGrpSpPr>
        <p:grpSpPr>
          <a:xfrm>
            <a:off x="5135798" y="4105136"/>
            <a:ext cx="1947969" cy="2752852"/>
            <a:chOff x="5135798" y="4105136"/>
            <a:chExt cx="1947969" cy="2752852"/>
          </a:xfrm>
        </p:grpSpPr>
        <p:grpSp>
          <p:nvGrpSpPr>
            <p:cNvPr id="467" name="Google Shape;467;p37"/>
            <p:cNvGrpSpPr/>
            <p:nvPr/>
          </p:nvGrpSpPr>
          <p:grpSpPr>
            <a:xfrm>
              <a:off x="5135798" y="4105136"/>
              <a:ext cx="1920407" cy="2752852"/>
              <a:chOff x="3851848" y="3078851"/>
              <a:chExt cx="1440305" cy="2064639"/>
            </a:xfrm>
          </p:grpSpPr>
          <p:sp>
            <p:nvSpPr>
              <p:cNvPr id="468" name="Google Shape;468;p37"/>
              <p:cNvSpPr/>
              <p:nvPr/>
            </p:nvSpPr>
            <p:spPr>
              <a:xfrm>
                <a:off x="3851848" y="4010317"/>
                <a:ext cx="1440305" cy="719800"/>
              </a:xfrm>
              <a:custGeom>
                <a:avLst/>
                <a:gdLst/>
                <a:ahLst/>
                <a:cxnLst/>
                <a:rect l="l" t="t" r="r" b="b"/>
                <a:pathLst>
                  <a:path w="45006" h="22492" extrusionOk="0">
                    <a:moveTo>
                      <a:pt x="11287" y="22492"/>
                    </a:moveTo>
                    <a:lnTo>
                      <a:pt x="0" y="1"/>
                    </a:lnTo>
                    <a:lnTo>
                      <a:pt x="45006" y="1"/>
                    </a:lnTo>
                    <a:lnTo>
                      <a:pt x="33778" y="22492"/>
                    </a:lnTo>
                    <a:close/>
                  </a:path>
                </a:pathLst>
              </a:custGeom>
              <a:solidFill>
                <a:srgbClr val="FFFFFF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37"/>
              <p:cNvSpPr/>
              <p:nvPr/>
            </p:nvSpPr>
            <p:spPr>
              <a:xfrm>
                <a:off x="4213029" y="4730018"/>
                <a:ext cx="719800" cy="413472"/>
              </a:xfrm>
              <a:custGeom>
                <a:avLst/>
                <a:gdLst/>
                <a:ahLst/>
                <a:cxnLst/>
                <a:rect l="l" t="t" r="r" b="b"/>
                <a:pathLst>
                  <a:path w="22492" h="12920" extrusionOk="0">
                    <a:moveTo>
                      <a:pt x="0" y="1"/>
                    </a:moveTo>
                    <a:lnTo>
                      <a:pt x="22491" y="1"/>
                    </a:lnTo>
                    <a:lnTo>
                      <a:pt x="22491" y="12919"/>
                    </a:lnTo>
                    <a:lnTo>
                      <a:pt x="0" y="1291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37"/>
              <p:cNvSpPr/>
              <p:nvPr/>
            </p:nvSpPr>
            <p:spPr>
              <a:xfrm>
                <a:off x="3851848" y="3078851"/>
                <a:ext cx="1440305" cy="931631"/>
              </a:xfrm>
              <a:custGeom>
                <a:avLst/>
                <a:gdLst/>
                <a:ahLst/>
                <a:cxnLst/>
                <a:rect l="l" t="t" r="r" b="b"/>
                <a:pathLst>
                  <a:path w="45006" h="44994" extrusionOk="0">
                    <a:moveTo>
                      <a:pt x="0" y="0"/>
                    </a:moveTo>
                    <a:lnTo>
                      <a:pt x="45006" y="0"/>
                    </a:lnTo>
                    <a:lnTo>
                      <a:pt x="45006" y="44994"/>
                    </a:lnTo>
                    <a:lnTo>
                      <a:pt x="0" y="4499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sp>
          <p:nvSpPr>
            <p:cNvPr id="3" name="Rectangle 2"/>
            <p:cNvSpPr/>
            <p:nvPr/>
          </p:nvSpPr>
          <p:spPr>
            <a:xfrm>
              <a:off x="5135798" y="4443685"/>
              <a:ext cx="19479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2400" b="1" dirty="0" err="1">
                  <a:latin typeface="Agency FB" panose="020B0503020202020204" pitchFamily="34" charset="0"/>
                </a:rPr>
                <a:t>name</a:t>
              </a:r>
              <a:r>
                <a:rPr lang="fr-FR" sz="2400" b="1" dirty="0">
                  <a:latin typeface="Agency FB" panose="020B0503020202020204" pitchFamily="34" charset="0"/>
                </a:rPr>
                <a:t> = "Youcef"</a:t>
              </a:r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9142112" y="4105136"/>
            <a:ext cx="2398524" cy="2749424"/>
            <a:chOff x="9142112" y="4105136"/>
            <a:chExt cx="2398524" cy="2749424"/>
          </a:xfrm>
        </p:grpSpPr>
        <p:grpSp>
          <p:nvGrpSpPr>
            <p:cNvPr id="476" name="Google Shape;476;p37"/>
            <p:cNvGrpSpPr/>
            <p:nvPr/>
          </p:nvGrpSpPr>
          <p:grpSpPr>
            <a:xfrm>
              <a:off x="9142112" y="4105136"/>
              <a:ext cx="2398524" cy="2749424"/>
              <a:chOff x="5995705" y="3081422"/>
              <a:chExt cx="1798893" cy="2062068"/>
            </a:xfrm>
          </p:grpSpPr>
          <p:sp>
            <p:nvSpPr>
              <p:cNvPr id="477" name="Google Shape;477;p37"/>
              <p:cNvSpPr/>
              <p:nvPr/>
            </p:nvSpPr>
            <p:spPr>
              <a:xfrm>
                <a:off x="5995705" y="4010317"/>
                <a:ext cx="1798893" cy="719800"/>
              </a:xfrm>
              <a:custGeom>
                <a:avLst/>
                <a:gdLst/>
                <a:ahLst/>
                <a:cxnLst/>
                <a:rect l="l" t="t" r="r" b="b"/>
                <a:pathLst>
                  <a:path w="56211" h="22492" extrusionOk="0">
                    <a:moveTo>
                      <a:pt x="1" y="22492"/>
                    </a:moveTo>
                    <a:lnTo>
                      <a:pt x="11216" y="1"/>
                    </a:lnTo>
                    <a:lnTo>
                      <a:pt x="56210" y="1"/>
                    </a:lnTo>
                    <a:lnTo>
                      <a:pt x="22492" y="2249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37"/>
              <p:cNvSpPr/>
              <p:nvPr/>
            </p:nvSpPr>
            <p:spPr>
              <a:xfrm>
                <a:off x="5995705" y="4010317"/>
                <a:ext cx="1798893" cy="719800"/>
              </a:xfrm>
              <a:custGeom>
                <a:avLst/>
                <a:gdLst/>
                <a:ahLst/>
                <a:cxnLst/>
                <a:rect l="l" t="t" r="r" b="b"/>
                <a:pathLst>
                  <a:path w="56211" h="22492" extrusionOk="0">
                    <a:moveTo>
                      <a:pt x="1" y="22492"/>
                    </a:moveTo>
                    <a:lnTo>
                      <a:pt x="11216" y="1"/>
                    </a:lnTo>
                    <a:lnTo>
                      <a:pt x="56210" y="1"/>
                    </a:lnTo>
                    <a:lnTo>
                      <a:pt x="22492" y="22492"/>
                    </a:lnTo>
                    <a:close/>
                  </a:path>
                </a:pathLst>
              </a:custGeom>
              <a:solidFill>
                <a:srgbClr val="1B1464">
                  <a:alpha val="2509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7"/>
              <p:cNvSpPr/>
              <p:nvPr/>
            </p:nvSpPr>
            <p:spPr>
              <a:xfrm>
                <a:off x="6354614" y="3081422"/>
                <a:ext cx="1439952" cy="929060"/>
              </a:xfrm>
              <a:custGeom>
                <a:avLst/>
                <a:gdLst/>
                <a:ahLst/>
                <a:cxnLst/>
                <a:rect l="l" t="t" r="r" b="b"/>
                <a:pathLst>
                  <a:path w="44995" h="44994" extrusionOk="0">
                    <a:moveTo>
                      <a:pt x="0" y="0"/>
                    </a:moveTo>
                    <a:lnTo>
                      <a:pt x="44994" y="0"/>
                    </a:lnTo>
                    <a:lnTo>
                      <a:pt x="44994" y="44994"/>
                    </a:lnTo>
                    <a:lnTo>
                      <a:pt x="0" y="4499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37"/>
              <p:cNvSpPr/>
              <p:nvPr/>
            </p:nvSpPr>
            <p:spPr>
              <a:xfrm>
                <a:off x="5995705" y="4730018"/>
                <a:ext cx="720184" cy="413472"/>
              </a:xfrm>
              <a:custGeom>
                <a:avLst/>
                <a:gdLst/>
                <a:ahLst/>
                <a:cxnLst/>
                <a:rect l="l" t="t" r="r" b="b"/>
                <a:pathLst>
                  <a:path w="22504" h="12920" extrusionOk="0">
                    <a:moveTo>
                      <a:pt x="1" y="1"/>
                    </a:moveTo>
                    <a:lnTo>
                      <a:pt x="22503" y="1"/>
                    </a:lnTo>
                    <a:lnTo>
                      <a:pt x="22503" y="12919"/>
                    </a:lnTo>
                    <a:lnTo>
                      <a:pt x="1" y="129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sp>
          <p:nvSpPr>
            <p:cNvPr id="4" name="Rectangle 3"/>
            <p:cNvSpPr/>
            <p:nvPr/>
          </p:nvSpPr>
          <p:spPr>
            <a:xfrm>
              <a:off x="9640303" y="4432862"/>
              <a:ext cx="188064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2400" b="1" dirty="0">
                  <a:latin typeface="Agency FB" panose="020B0503020202020204" pitchFamily="34" charset="0"/>
                </a:rPr>
                <a:t>is_active = </a:t>
              </a:r>
              <a:r>
                <a:rPr lang="fr-FR" sz="2400" b="1" dirty="0" err="1">
                  <a:latin typeface="Agency FB" panose="020B0503020202020204" pitchFamily="34" charset="0"/>
                </a:rPr>
                <a:t>True</a:t>
              </a:r>
              <a:endParaRPr lang="fr-FR" sz="2400" b="1" dirty="0">
                <a:latin typeface="Agency FB" panose="020B05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923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" grpId="0" uiExpand="1" build="p"/>
      <p:bldP spid="464" grpId="0"/>
      <p:bldP spid="465" grpId="0" uiExpand="1" build="p"/>
      <p:bldP spid="466" grpId="0" build="p"/>
      <p:bldP spid="481" grpId="0"/>
      <p:bldP spid="4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9"/>
          <p:cNvSpPr/>
          <p:nvPr/>
        </p:nvSpPr>
        <p:spPr>
          <a:xfrm>
            <a:off x="0" y="3247053"/>
            <a:ext cx="10068800" cy="19451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13" name="Google Shape;513;p39"/>
          <p:cNvSpPr/>
          <p:nvPr/>
        </p:nvSpPr>
        <p:spPr>
          <a:xfrm>
            <a:off x="3750906" y="2901356"/>
            <a:ext cx="8441094" cy="38496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378571"/>
              </p:ext>
            </p:extLst>
          </p:nvPr>
        </p:nvGraphicFramePr>
        <p:xfrm>
          <a:off x="2511003" y="2906154"/>
          <a:ext cx="7643650" cy="2286000"/>
        </p:xfrm>
        <a:graphic>
          <a:graphicData uri="http://schemas.openxmlformats.org/drawingml/2006/table">
            <a:tbl>
              <a:tblPr/>
              <a:tblGrid>
                <a:gridCol w="1268964"/>
                <a:gridCol w="3374812"/>
                <a:gridCol w="1748589"/>
                <a:gridCol w="1251285"/>
              </a:tblGrid>
              <a:tr h="375984">
                <a:tc>
                  <a:txBody>
                    <a:bodyPr/>
                    <a:lstStyle/>
                    <a:p>
                      <a:endParaRPr lang="fr-FR" sz="1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b="1" dirty="0">
                          <a:solidFill>
                            <a:schemeClr val="bg1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noProof="0" dirty="0" smtClean="0">
                          <a:solidFill>
                            <a:schemeClr val="bg1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Example</a:t>
                      </a:r>
                      <a:endParaRPr lang="en-US" sz="1900" b="1" noProof="0" dirty="0">
                        <a:solidFill>
                          <a:schemeClr val="bg1"/>
                        </a:solidFill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b="1" dirty="0" err="1">
                          <a:solidFill>
                            <a:schemeClr val="bg1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Result</a:t>
                      </a:r>
                      <a:endParaRPr lang="fr-FR" sz="1900" b="1" dirty="0">
                        <a:solidFill>
                          <a:schemeClr val="bg1"/>
                        </a:solidFill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</a:tr>
              <a:tr h="375984">
                <a:tc>
                  <a:txBody>
                    <a:bodyPr/>
                    <a:lstStyle/>
                    <a:p>
                      <a:pPr algn="ctr"/>
                      <a:r>
                        <a:rPr lang="fr-FR" sz="1900" b="1" dirty="0">
                          <a:latin typeface="Lucida Console" panose="020B0609040504020204" pitchFamily="49" charset="0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dirty="0">
                          <a:latin typeface="Lucida Console" panose="020B0609040504020204" pitchFamily="49" charset="0"/>
                        </a:rPr>
                        <a:t>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dirty="0">
                          <a:latin typeface="Lucida Console" panose="020B0609040504020204" pitchFamily="49" charset="0"/>
                        </a:rPr>
                        <a:t>5 + 3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>
                          <a:latin typeface="Lucida Console" panose="020B0609040504020204" pitchFamily="49" charset="0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375984">
                <a:tc>
                  <a:txBody>
                    <a:bodyPr/>
                    <a:lstStyle/>
                    <a:p>
                      <a:pPr algn="ctr"/>
                      <a:r>
                        <a:rPr lang="fr-FR" sz="1900" b="1" dirty="0">
                          <a:latin typeface="Lucida Console" panose="020B0609040504020204" pitchFamily="49" charset="0"/>
                        </a:rPr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dirty="0" err="1">
                          <a:latin typeface="Lucida Console" panose="020B0609040504020204" pitchFamily="49" charset="0"/>
                        </a:rPr>
                        <a:t>Subtraction</a:t>
                      </a:r>
                      <a:endParaRPr lang="fr-FR" sz="1900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dirty="0">
                          <a:latin typeface="Lucida Console" panose="020B0609040504020204" pitchFamily="49" charset="0"/>
                        </a:rPr>
                        <a:t>10 - 4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dirty="0">
                          <a:latin typeface="Lucida Console" panose="020B0609040504020204" pitchFamily="49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375984">
                <a:tc>
                  <a:txBody>
                    <a:bodyPr/>
                    <a:lstStyle/>
                    <a:p>
                      <a:pPr algn="ctr"/>
                      <a:r>
                        <a:rPr lang="fr-FR" sz="1900" b="1" dirty="0">
                          <a:latin typeface="Lucida Console" panose="020B0609040504020204" pitchFamily="49" charset="0"/>
                        </a:rPr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dirty="0">
                          <a:latin typeface="Lucida Console" panose="020B0609040504020204" pitchFamily="49" charset="0"/>
                        </a:rPr>
                        <a:t>Multiplication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dirty="0">
                          <a:latin typeface="Lucida Console" panose="020B0609040504020204" pitchFamily="49" charset="0"/>
                        </a:rPr>
                        <a:t>6 </a:t>
                      </a:r>
                      <a:r>
                        <a:rPr lang="fr-FR" sz="1900" dirty="0" smtClean="0">
                          <a:latin typeface="Lucida Console" panose="020B0609040504020204" pitchFamily="49" charset="0"/>
                        </a:rPr>
                        <a:t>* </a:t>
                      </a:r>
                      <a:r>
                        <a:rPr lang="fr-FR" sz="1900" dirty="0">
                          <a:latin typeface="Lucida Console" panose="020B0609040504020204" pitchFamily="49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>
                          <a:latin typeface="Lucida Console" panose="020B0609040504020204" pitchFamily="49" charset="0"/>
                        </a:rPr>
                        <a:t>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375984">
                <a:tc>
                  <a:txBody>
                    <a:bodyPr/>
                    <a:lstStyle/>
                    <a:p>
                      <a:pPr algn="ctr"/>
                      <a:r>
                        <a:rPr lang="fr-FR" sz="1900" b="1" dirty="0">
                          <a:latin typeface="Lucida Console" panose="020B0609040504020204" pitchFamily="49" charset="0"/>
                        </a:rPr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dirty="0">
                          <a:latin typeface="Lucida Console" panose="020B0609040504020204" pitchFamily="49" charset="0"/>
                        </a:rPr>
                        <a:t>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dirty="0">
                          <a:latin typeface="Lucida Console" panose="020B0609040504020204" pitchFamily="49" charset="0"/>
                        </a:rPr>
                        <a:t>7 /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dirty="0">
                          <a:latin typeface="Lucida Console" panose="020B0609040504020204" pitchFamily="49" charset="0"/>
                        </a:rPr>
                        <a:t>3.5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375984">
                <a:tc>
                  <a:txBody>
                    <a:bodyPr/>
                    <a:lstStyle/>
                    <a:p>
                      <a:pPr algn="ctr"/>
                      <a:r>
                        <a:rPr lang="fr-FR" sz="1900" b="1" dirty="0">
                          <a:latin typeface="Lucida Console" panose="020B0609040504020204" pitchFamily="49" charset="0"/>
                        </a:rPr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dirty="0" err="1">
                          <a:latin typeface="Lucida Console" panose="020B0609040504020204" pitchFamily="49" charset="0"/>
                        </a:rPr>
                        <a:t>Modulus</a:t>
                      </a:r>
                      <a:r>
                        <a:rPr lang="fr-FR" sz="1900" dirty="0">
                          <a:latin typeface="Lucida Console" panose="020B0609040504020204" pitchFamily="49" charset="0"/>
                        </a:rPr>
                        <a:t> (</a:t>
                      </a:r>
                      <a:r>
                        <a:rPr lang="fr-FR" sz="1900" dirty="0" err="1">
                          <a:latin typeface="Lucida Console" panose="020B0609040504020204" pitchFamily="49" charset="0"/>
                        </a:rPr>
                        <a:t>remainder</a:t>
                      </a:r>
                      <a:r>
                        <a:rPr lang="fr-FR" sz="1900" dirty="0">
                          <a:latin typeface="Lucida Console" panose="020B0609040504020204" pitchFamily="49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dirty="0">
                          <a:latin typeface="Lucida Console" panose="020B0609040504020204" pitchFamily="49" charset="0"/>
                        </a:rPr>
                        <a:t>17 %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900" dirty="0">
                          <a:latin typeface="Lucida Console" panose="020B0609040504020204" pitchFamily="49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solidFill>
                  <a:srgbClr val="00FFC5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Arithmetic</a:t>
            </a:r>
            <a:r>
              <a:rPr lang="fr-FR" sz="2933" dirty="0">
                <a:solidFill>
                  <a:srgbClr val="00FFC5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Operations &amp; Applications</a:t>
            </a:r>
            <a:endParaRPr lang="fr-FR" dirty="0"/>
          </a:p>
        </p:txBody>
      </p:sp>
      <p:sp>
        <p:nvSpPr>
          <p:cNvPr id="9" name="Google Shape;692;p46"/>
          <p:cNvSpPr/>
          <p:nvPr/>
        </p:nvSpPr>
        <p:spPr>
          <a:xfrm>
            <a:off x="0" y="1732546"/>
            <a:ext cx="2983832" cy="5622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" name="Google Shape;704;p46"/>
          <p:cNvSpPr txBox="1">
            <a:spLocks/>
          </p:cNvSpPr>
          <p:nvPr/>
        </p:nvSpPr>
        <p:spPr>
          <a:xfrm flipH="1">
            <a:off x="1714785" y="1878040"/>
            <a:ext cx="1032248" cy="271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 i="0" u="none" strike="noStrike" cap="non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-FR" sz="1800" kern="0" dirty="0" smtClean="0">
                <a:solidFill>
                  <a:schemeClr val="dk1"/>
                </a:solidFill>
              </a:rPr>
              <a:t>Basics</a:t>
            </a:r>
            <a:endParaRPr lang="fr-FR" sz="1800" kern="0" dirty="0">
              <a:solidFill>
                <a:schemeClr val="dk1"/>
              </a:solidFill>
            </a:endParaRPr>
          </a:p>
        </p:txBody>
      </p:sp>
      <p:grpSp>
        <p:nvGrpSpPr>
          <p:cNvPr id="11" name="Groupe 10"/>
          <p:cNvGrpSpPr/>
          <p:nvPr/>
        </p:nvGrpSpPr>
        <p:grpSpPr>
          <a:xfrm rot="10800000">
            <a:off x="7526932" y="5851045"/>
            <a:ext cx="4665068" cy="761668"/>
            <a:chOff x="7332" y="2608608"/>
            <a:chExt cx="4665068" cy="761668"/>
          </a:xfrm>
        </p:grpSpPr>
        <p:sp>
          <p:nvSpPr>
            <p:cNvPr id="12" name="Google Shape;703;p46"/>
            <p:cNvSpPr/>
            <p:nvPr/>
          </p:nvSpPr>
          <p:spPr>
            <a:xfrm>
              <a:off x="7332" y="2608608"/>
              <a:ext cx="2380073" cy="143979"/>
            </a:xfrm>
            <a:custGeom>
              <a:avLst/>
              <a:gdLst/>
              <a:ahLst/>
              <a:cxnLst/>
              <a:rect l="l" t="t" r="r" b="b"/>
              <a:pathLst>
                <a:path w="106491" h="5847" extrusionOk="0">
                  <a:moveTo>
                    <a:pt x="1" y="0"/>
                  </a:moveTo>
                  <a:lnTo>
                    <a:pt x="1" y="5846"/>
                  </a:lnTo>
                  <a:lnTo>
                    <a:pt x="106490" y="5846"/>
                  </a:lnTo>
                  <a:lnTo>
                    <a:pt x="1064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705;p46"/>
            <p:cNvSpPr/>
            <p:nvPr/>
          </p:nvSpPr>
          <p:spPr>
            <a:xfrm flipH="1">
              <a:off x="1553967" y="2852252"/>
              <a:ext cx="3118433" cy="102110"/>
            </a:xfrm>
            <a:custGeom>
              <a:avLst/>
              <a:gdLst/>
              <a:ahLst/>
              <a:cxnLst/>
              <a:rect l="l" t="t" r="r" b="b"/>
              <a:pathLst>
                <a:path w="135840" h="8298" extrusionOk="0">
                  <a:moveTo>
                    <a:pt x="1" y="1"/>
                  </a:moveTo>
                  <a:lnTo>
                    <a:pt x="1" y="8298"/>
                  </a:lnTo>
                  <a:lnTo>
                    <a:pt x="135840" y="8298"/>
                  </a:lnTo>
                  <a:lnTo>
                    <a:pt x="1358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706;p46"/>
            <p:cNvSpPr/>
            <p:nvPr/>
          </p:nvSpPr>
          <p:spPr>
            <a:xfrm flipH="1">
              <a:off x="7332" y="2853437"/>
              <a:ext cx="1546635" cy="102131"/>
            </a:xfrm>
            <a:custGeom>
              <a:avLst/>
              <a:gdLst/>
              <a:ahLst/>
              <a:cxnLst/>
              <a:rect l="l" t="t" r="r" b="b"/>
              <a:pathLst>
                <a:path w="71889" h="8298" extrusionOk="0">
                  <a:moveTo>
                    <a:pt x="1" y="1"/>
                  </a:moveTo>
                  <a:lnTo>
                    <a:pt x="1" y="8298"/>
                  </a:lnTo>
                  <a:lnTo>
                    <a:pt x="71889" y="8298"/>
                  </a:lnTo>
                  <a:lnTo>
                    <a:pt x="718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707;p46"/>
            <p:cNvSpPr/>
            <p:nvPr/>
          </p:nvSpPr>
          <p:spPr>
            <a:xfrm flipH="1">
              <a:off x="1606662" y="3054027"/>
              <a:ext cx="2280743" cy="102131"/>
            </a:xfrm>
            <a:custGeom>
              <a:avLst/>
              <a:gdLst/>
              <a:ahLst/>
              <a:cxnLst/>
              <a:rect l="l" t="t" r="r" b="b"/>
              <a:pathLst>
                <a:path w="106011" h="8298" extrusionOk="0">
                  <a:moveTo>
                    <a:pt x="1" y="1"/>
                  </a:moveTo>
                  <a:lnTo>
                    <a:pt x="1" y="8297"/>
                  </a:lnTo>
                  <a:lnTo>
                    <a:pt x="106011" y="8297"/>
                  </a:lnTo>
                  <a:lnTo>
                    <a:pt x="1060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708;p46"/>
            <p:cNvSpPr/>
            <p:nvPr/>
          </p:nvSpPr>
          <p:spPr>
            <a:xfrm flipH="1">
              <a:off x="1606675" y="3054027"/>
              <a:ext cx="662917" cy="102131"/>
            </a:xfrm>
            <a:custGeom>
              <a:avLst/>
              <a:gdLst/>
              <a:ahLst/>
              <a:cxnLst/>
              <a:rect l="l" t="t" r="r" b="b"/>
              <a:pathLst>
                <a:path w="30813" h="8298" extrusionOk="0">
                  <a:moveTo>
                    <a:pt x="0" y="1"/>
                  </a:moveTo>
                  <a:lnTo>
                    <a:pt x="0" y="8297"/>
                  </a:lnTo>
                  <a:lnTo>
                    <a:pt x="30813" y="8297"/>
                  </a:lnTo>
                  <a:lnTo>
                    <a:pt x="308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709;p46"/>
            <p:cNvSpPr/>
            <p:nvPr/>
          </p:nvSpPr>
          <p:spPr>
            <a:xfrm flipH="1">
              <a:off x="15713" y="3054027"/>
              <a:ext cx="773328" cy="102131"/>
            </a:xfrm>
            <a:custGeom>
              <a:avLst/>
              <a:gdLst/>
              <a:ahLst/>
              <a:cxnLst/>
              <a:rect l="l" t="t" r="r" b="b"/>
              <a:pathLst>
                <a:path w="35945" h="8298" extrusionOk="0">
                  <a:moveTo>
                    <a:pt x="1" y="1"/>
                  </a:moveTo>
                  <a:lnTo>
                    <a:pt x="1" y="8297"/>
                  </a:lnTo>
                  <a:lnTo>
                    <a:pt x="35945" y="8297"/>
                  </a:lnTo>
                  <a:lnTo>
                    <a:pt x="359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710;p46"/>
            <p:cNvSpPr/>
            <p:nvPr/>
          </p:nvSpPr>
          <p:spPr>
            <a:xfrm flipH="1">
              <a:off x="1253290" y="3054027"/>
              <a:ext cx="178525" cy="102131"/>
            </a:xfrm>
            <a:custGeom>
              <a:avLst/>
              <a:gdLst/>
              <a:ahLst/>
              <a:cxnLst/>
              <a:rect l="l" t="t" r="r" b="b"/>
              <a:pathLst>
                <a:path w="8298" h="8298" extrusionOk="0">
                  <a:moveTo>
                    <a:pt x="0" y="1"/>
                  </a:moveTo>
                  <a:lnTo>
                    <a:pt x="0" y="8297"/>
                  </a:lnTo>
                  <a:lnTo>
                    <a:pt x="8297" y="8297"/>
                  </a:lnTo>
                  <a:lnTo>
                    <a:pt x="8297" y="1"/>
                  </a:lnTo>
                  <a:close/>
                </a:path>
              </a:pathLst>
            </a:custGeom>
            <a:solidFill>
              <a:srgbClr val="FFFFFF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711;p46"/>
            <p:cNvSpPr/>
            <p:nvPr/>
          </p:nvSpPr>
          <p:spPr>
            <a:xfrm flipH="1">
              <a:off x="969563" y="3054027"/>
              <a:ext cx="178525" cy="102131"/>
            </a:xfrm>
            <a:custGeom>
              <a:avLst/>
              <a:gdLst/>
              <a:ahLst/>
              <a:cxnLst/>
              <a:rect l="l" t="t" r="r" b="b"/>
              <a:pathLst>
                <a:path w="8298" h="8298" extrusionOk="0">
                  <a:moveTo>
                    <a:pt x="1" y="1"/>
                  </a:moveTo>
                  <a:lnTo>
                    <a:pt x="1" y="8297"/>
                  </a:lnTo>
                  <a:lnTo>
                    <a:pt x="8297" y="8297"/>
                  </a:lnTo>
                  <a:lnTo>
                    <a:pt x="8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712;p46"/>
            <p:cNvSpPr/>
            <p:nvPr/>
          </p:nvSpPr>
          <p:spPr>
            <a:xfrm flipH="1">
              <a:off x="7332" y="3268145"/>
              <a:ext cx="178504" cy="102131"/>
            </a:xfrm>
            <a:custGeom>
              <a:avLst/>
              <a:gdLst/>
              <a:ahLst/>
              <a:cxnLst/>
              <a:rect l="l" t="t" r="r" b="b"/>
              <a:pathLst>
                <a:path w="8297" h="8298" extrusionOk="0">
                  <a:moveTo>
                    <a:pt x="0" y="0"/>
                  </a:moveTo>
                  <a:lnTo>
                    <a:pt x="0" y="8297"/>
                  </a:lnTo>
                  <a:lnTo>
                    <a:pt x="8297" y="8297"/>
                  </a:lnTo>
                  <a:lnTo>
                    <a:pt x="82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713;p46"/>
            <p:cNvSpPr/>
            <p:nvPr/>
          </p:nvSpPr>
          <p:spPr>
            <a:xfrm flipH="1">
              <a:off x="329211" y="3268145"/>
              <a:ext cx="1823157" cy="102131"/>
            </a:xfrm>
            <a:custGeom>
              <a:avLst/>
              <a:gdLst/>
              <a:ahLst/>
              <a:cxnLst/>
              <a:rect l="l" t="t" r="r" b="b"/>
              <a:pathLst>
                <a:path w="84742" h="8298" extrusionOk="0">
                  <a:moveTo>
                    <a:pt x="1" y="0"/>
                  </a:moveTo>
                  <a:lnTo>
                    <a:pt x="1" y="8297"/>
                  </a:lnTo>
                  <a:lnTo>
                    <a:pt x="84741" y="8297"/>
                  </a:lnTo>
                  <a:lnTo>
                    <a:pt x="847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6064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" grpId="0" animBg="1"/>
      <p:bldP spid="513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/>
          <p:cNvGrpSpPr/>
          <p:nvPr/>
        </p:nvGrpSpPr>
        <p:grpSpPr>
          <a:xfrm rot="10800000">
            <a:off x="7526932" y="5851045"/>
            <a:ext cx="4665068" cy="761668"/>
            <a:chOff x="7332" y="2608608"/>
            <a:chExt cx="4665068" cy="761668"/>
          </a:xfrm>
        </p:grpSpPr>
        <p:sp>
          <p:nvSpPr>
            <p:cNvPr id="28" name="Google Shape;703;p46"/>
            <p:cNvSpPr/>
            <p:nvPr/>
          </p:nvSpPr>
          <p:spPr>
            <a:xfrm>
              <a:off x="7332" y="2608608"/>
              <a:ext cx="2380073" cy="143979"/>
            </a:xfrm>
            <a:custGeom>
              <a:avLst/>
              <a:gdLst/>
              <a:ahLst/>
              <a:cxnLst/>
              <a:rect l="l" t="t" r="r" b="b"/>
              <a:pathLst>
                <a:path w="106491" h="5847" extrusionOk="0">
                  <a:moveTo>
                    <a:pt x="1" y="0"/>
                  </a:moveTo>
                  <a:lnTo>
                    <a:pt x="1" y="5846"/>
                  </a:lnTo>
                  <a:lnTo>
                    <a:pt x="106490" y="5846"/>
                  </a:lnTo>
                  <a:lnTo>
                    <a:pt x="1064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705;p46"/>
            <p:cNvSpPr/>
            <p:nvPr/>
          </p:nvSpPr>
          <p:spPr>
            <a:xfrm flipH="1">
              <a:off x="1553967" y="2852252"/>
              <a:ext cx="3118433" cy="102110"/>
            </a:xfrm>
            <a:custGeom>
              <a:avLst/>
              <a:gdLst/>
              <a:ahLst/>
              <a:cxnLst/>
              <a:rect l="l" t="t" r="r" b="b"/>
              <a:pathLst>
                <a:path w="135840" h="8298" extrusionOk="0">
                  <a:moveTo>
                    <a:pt x="1" y="1"/>
                  </a:moveTo>
                  <a:lnTo>
                    <a:pt x="1" y="8298"/>
                  </a:lnTo>
                  <a:lnTo>
                    <a:pt x="135840" y="8298"/>
                  </a:lnTo>
                  <a:lnTo>
                    <a:pt x="1358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706;p46"/>
            <p:cNvSpPr/>
            <p:nvPr/>
          </p:nvSpPr>
          <p:spPr>
            <a:xfrm flipH="1">
              <a:off x="7332" y="2853437"/>
              <a:ext cx="1546635" cy="102131"/>
            </a:xfrm>
            <a:custGeom>
              <a:avLst/>
              <a:gdLst/>
              <a:ahLst/>
              <a:cxnLst/>
              <a:rect l="l" t="t" r="r" b="b"/>
              <a:pathLst>
                <a:path w="71889" h="8298" extrusionOk="0">
                  <a:moveTo>
                    <a:pt x="1" y="1"/>
                  </a:moveTo>
                  <a:lnTo>
                    <a:pt x="1" y="8298"/>
                  </a:lnTo>
                  <a:lnTo>
                    <a:pt x="71889" y="8298"/>
                  </a:lnTo>
                  <a:lnTo>
                    <a:pt x="718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707;p46"/>
            <p:cNvSpPr/>
            <p:nvPr/>
          </p:nvSpPr>
          <p:spPr>
            <a:xfrm flipH="1">
              <a:off x="1606662" y="3054027"/>
              <a:ext cx="2280743" cy="102131"/>
            </a:xfrm>
            <a:custGeom>
              <a:avLst/>
              <a:gdLst/>
              <a:ahLst/>
              <a:cxnLst/>
              <a:rect l="l" t="t" r="r" b="b"/>
              <a:pathLst>
                <a:path w="106011" h="8298" extrusionOk="0">
                  <a:moveTo>
                    <a:pt x="1" y="1"/>
                  </a:moveTo>
                  <a:lnTo>
                    <a:pt x="1" y="8297"/>
                  </a:lnTo>
                  <a:lnTo>
                    <a:pt x="106011" y="8297"/>
                  </a:lnTo>
                  <a:lnTo>
                    <a:pt x="1060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708;p46"/>
            <p:cNvSpPr/>
            <p:nvPr/>
          </p:nvSpPr>
          <p:spPr>
            <a:xfrm flipH="1">
              <a:off x="1606675" y="3054027"/>
              <a:ext cx="662917" cy="102131"/>
            </a:xfrm>
            <a:custGeom>
              <a:avLst/>
              <a:gdLst/>
              <a:ahLst/>
              <a:cxnLst/>
              <a:rect l="l" t="t" r="r" b="b"/>
              <a:pathLst>
                <a:path w="30813" h="8298" extrusionOk="0">
                  <a:moveTo>
                    <a:pt x="0" y="1"/>
                  </a:moveTo>
                  <a:lnTo>
                    <a:pt x="0" y="8297"/>
                  </a:lnTo>
                  <a:lnTo>
                    <a:pt x="30813" y="8297"/>
                  </a:lnTo>
                  <a:lnTo>
                    <a:pt x="308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709;p46"/>
            <p:cNvSpPr/>
            <p:nvPr/>
          </p:nvSpPr>
          <p:spPr>
            <a:xfrm flipH="1">
              <a:off x="15713" y="3054027"/>
              <a:ext cx="773328" cy="102131"/>
            </a:xfrm>
            <a:custGeom>
              <a:avLst/>
              <a:gdLst/>
              <a:ahLst/>
              <a:cxnLst/>
              <a:rect l="l" t="t" r="r" b="b"/>
              <a:pathLst>
                <a:path w="35945" h="8298" extrusionOk="0">
                  <a:moveTo>
                    <a:pt x="1" y="1"/>
                  </a:moveTo>
                  <a:lnTo>
                    <a:pt x="1" y="8297"/>
                  </a:lnTo>
                  <a:lnTo>
                    <a:pt x="35945" y="8297"/>
                  </a:lnTo>
                  <a:lnTo>
                    <a:pt x="359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710;p46"/>
            <p:cNvSpPr/>
            <p:nvPr/>
          </p:nvSpPr>
          <p:spPr>
            <a:xfrm flipH="1">
              <a:off x="1253290" y="3054027"/>
              <a:ext cx="178525" cy="102131"/>
            </a:xfrm>
            <a:custGeom>
              <a:avLst/>
              <a:gdLst/>
              <a:ahLst/>
              <a:cxnLst/>
              <a:rect l="l" t="t" r="r" b="b"/>
              <a:pathLst>
                <a:path w="8298" h="8298" extrusionOk="0">
                  <a:moveTo>
                    <a:pt x="0" y="1"/>
                  </a:moveTo>
                  <a:lnTo>
                    <a:pt x="0" y="8297"/>
                  </a:lnTo>
                  <a:lnTo>
                    <a:pt x="8297" y="8297"/>
                  </a:lnTo>
                  <a:lnTo>
                    <a:pt x="8297" y="1"/>
                  </a:lnTo>
                  <a:close/>
                </a:path>
              </a:pathLst>
            </a:custGeom>
            <a:solidFill>
              <a:srgbClr val="FFFFFF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711;p46"/>
            <p:cNvSpPr/>
            <p:nvPr/>
          </p:nvSpPr>
          <p:spPr>
            <a:xfrm flipH="1">
              <a:off x="969563" y="3054027"/>
              <a:ext cx="178525" cy="102131"/>
            </a:xfrm>
            <a:custGeom>
              <a:avLst/>
              <a:gdLst/>
              <a:ahLst/>
              <a:cxnLst/>
              <a:rect l="l" t="t" r="r" b="b"/>
              <a:pathLst>
                <a:path w="8298" h="8298" extrusionOk="0">
                  <a:moveTo>
                    <a:pt x="1" y="1"/>
                  </a:moveTo>
                  <a:lnTo>
                    <a:pt x="1" y="8297"/>
                  </a:lnTo>
                  <a:lnTo>
                    <a:pt x="8297" y="8297"/>
                  </a:lnTo>
                  <a:lnTo>
                    <a:pt x="8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7" name="Google Shape;712;p46"/>
            <p:cNvSpPr/>
            <p:nvPr/>
          </p:nvSpPr>
          <p:spPr>
            <a:xfrm flipH="1">
              <a:off x="7332" y="3268145"/>
              <a:ext cx="178504" cy="102131"/>
            </a:xfrm>
            <a:custGeom>
              <a:avLst/>
              <a:gdLst/>
              <a:ahLst/>
              <a:cxnLst/>
              <a:rect l="l" t="t" r="r" b="b"/>
              <a:pathLst>
                <a:path w="8297" h="8298" extrusionOk="0">
                  <a:moveTo>
                    <a:pt x="0" y="0"/>
                  </a:moveTo>
                  <a:lnTo>
                    <a:pt x="0" y="8297"/>
                  </a:lnTo>
                  <a:lnTo>
                    <a:pt x="8297" y="8297"/>
                  </a:lnTo>
                  <a:lnTo>
                    <a:pt x="82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8" name="Google Shape;713;p46"/>
            <p:cNvSpPr/>
            <p:nvPr/>
          </p:nvSpPr>
          <p:spPr>
            <a:xfrm flipH="1">
              <a:off x="329211" y="3268145"/>
              <a:ext cx="1823157" cy="102131"/>
            </a:xfrm>
            <a:custGeom>
              <a:avLst/>
              <a:gdLst/>
              <a:ahLst/>
              <a:cxnLst/>
              <a:rect l="l" t="t" r="r" b="b"/>
              <a:pathLst>
                <a:path w="84742" h="8298" extrusionOk="0">
                  <a:moveTo>
                    <a:pt x="1" y="0"/>
                  </a:moveTo>
                  <a:lnTo>
                    <a:pt x="1" y="8297"/>
                  </a:lnTo>
                  <a:lnTo>
                    <a:pt x="84741" y="8297"/>
                  </a:lnTo>
                  <a:lnTo>
                    <a:pt x="847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40" name="Google Shape;514;p39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sz="2800" dirty="0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Arithmetic</a:t>
            </a:r>
            <a:r>
              <a:rPr lang="fr-FR" dirty="0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Operations &amp; Applications</a:t>
            </a:r>
            <a:endParaRPr dirty="0">
              <a:solidFill>
                <a:schemeClr val="bg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142776" y="1843697"/>
            <a:ext cx="762474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Lucida Console" panose="020B0609040504020204" pitchFamily="49" charset="0"/>
              </a:rPr>
              <a:t>Parentheses </a:t>
            </a:r>
            <a:r>
              <a:rPr lang="fr-FR" sz="1600" dirty="0">
                <a:solidFill>
                  <a:schemeClr val="tx1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→</a:t>
            </a:r>
            <a:r>
              <a:rPr lang="fr-FR" sz="1600" dirty="0">
                <a:solidFill>
                  <a:schemeClr val="bg1"/>
                </a:solidFill>
                <a:latin typeface="Lucida Console" panose="020B0609040504020204" pitchFamily="49" charset="0"/>
              </a:rPr>
              <a:t> Multiplication/Division </a:t>
            </a:r>
            <a:r>
              <a:rPr lang="fr-FR" sz="1600" dirty="0">
                <a:solidFill>
                  <a:schemeClr val="tx1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→</a:t>
            </a:r>
            <a:r>
              <a:rPr lang="fr-FR" sz="1600" dirty="0">
                <a:solidFill>
                  <a:schemeClr val="bg1"/>
                </a:solidFill>
                <a:latin typeface="Lucida Console" panose="020B0609040504020204" pitchFamily="49" charset="0"/>
              </a:rPr>
              <a:t> Addition/</a:t>
            </a:r>
            <a:r>
              <a:rPr lang="fr-FR" sz="16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Subtraction</a:t>
            </a:r>
            <a:endParaRPr lang="fr-FR" sz="16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18" name="Google Shape;664;p43"/>
          <p:cNvSpPr txBox="1">
            <a:spLocks noGrp="1"/>
          </p:cNvSpPr>
          <p:nvPr>
            <p:ph type="title" idx="3"/>
          </p:nvPr>
        </p:nvSpPr>
        <p:spPr>
          <a:xfrm>
            <a:off x="1462960" y="3842954"/>
            <a:ext cx="1052440" cy="49490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sz="2000" dirty="0"/>
              <a:t>Step 1</a:t>
            </a:r>
            <a:endParaRPr sz="2000" dirty="0"/>
          </a:p>
        </p:txBody>
      </p:sp>
      <p:sp>
        <p:nvSpPr>
          <p:cNvPr id="21" name="Google Shape;666;p43"/>
          <p:cNvSpPr txBox="1">
            <a:spLocks noGrp="1"/>
          </p:cNvSpPr>
          <p:nvPr>
            <p:ph type="title" idx="5"/>
          </p:nvPr>
        </p:nvSpPr>
        <p:spPr>
          <a:xfrm>
            <a:off x="1491916" y="5069602"/>
            <a:ext cx="1023484" cy="49490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sz="2000" dirty="0"/>
              <a:t>Step 2</a:t>
            </a:r>
            <a:endParaRPr sz="2000" dirty="0"/>
          </a:p>
        </p:txBody>
      </p:sp>
      <p:sp>
        <p:nvSpPr>
          <p:cNvPr id="2" name="Rectangle 1"/>
          <p:cNvSpPr/>
          <p:nvPr/>
        </p:nvSpPr>
        <p:spPr>
          <a:xfrm>
            <a:off x="3744857" y="2870290"/>
            <a:ext cx="16321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solidFill>
                  <a:schemeClr val="bg2"/>
                </a:solidFill>
              </a:rPr>
              <a:t>2 </a:t>
            </a:r>
            <a:r>
              <a:rPr lang="fr-FR" sz="2800" dirty="0">
                <a:solidFill>
                  <a:schemeClr val="bg2"/>
                </a:solidFill>
              </a:rPr>
              <a:t>+ 3 </a:t>
            </a:r>
            <a:r>
              <a:rPr lang="fr-FR" sz="2800" dirty="0" smtClean="0">
                <a:solidFill>
                  <a:schemeClr val="bg2"/>
                </a:solidFill>
              </a:rPr>
              <a:t>* </a:t>
            </a:r>
            <a:r>
              <a:rPr lang="fr-FR" sz="2800" dirty="0">
                <a:solidFill>
                  <a:schemeClr val="bg2"/>
                </a:solidFill>
              </a:rPr>
              <a:t>4 </a:t>
            </a:r>
            <a:endParaRPr lang="fr-FR" sz="2800" dirty="0"/>
          </a:p>
        </p:txBody>
      </p:sp>
      <p:sp>
        <p:nvSpPr>
          <p:cNvPr id="3" name="Rectangle 2"/>
          <p:cNvSpPr/>
          <p:nvPr/>
        </p:nvSpPr>
        <p:spPr>
          <a:xfrm>
            <a:off x="6022660" y="2880686"/>
            <a:ext cx="1872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2"/>
                </a:solidFill>
              </a:rPr>
              <a:t>(2 + 3) </a:t>
            </a:r>
            <a:r>
              <a:rPr lang="fr-FR" sz="2800" dirty="0" smtClean="0">
                <a:solidFill>
                  <a:schemeClr val="bg2"/>
                </a:solidFill>
              </a:rPr>
              <a:t>* </a:t>
            </a:r>
            <a:r>
              <a:rPr lang="fr-FR" sz="2800" dirty="0">
                <a:solidFill>
                  <a:schemeClr val="bg2"/>
                </a:solidFill>
              </a:rPr>
              <a:t>4 </a:t>
            </a:r>
            <a:endParaRPr lang="fr-FR" sz="2800" dirty="0"/>
          </a:p>
        </p:txBody>
      </p:sp>
      <p:sp>
        <p:nvSpPr>
          <p:cNvPr id="4" name="Rectangle 3"/>
          <p:cNvSpPr/>
          <p:nvPr/>
        </p:nvSpPr>
        <p:spPr>
          <a:xfrm>
            <a:off x="4077862" y="3918990"/>
            <a:ext cx="10038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</a:rPr>
              <a:t>3*4=12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05162" y="3918990"/>
            <a:ext cx="9813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2+3=5</a:t>
            </a:r>
            <a:r>
              <a:rPr lang="fr-FR" sz="2000" dirty="0">
                <a:solidFill>
                  <a:schemeClr val="bg2"/>
                </a:solidFill>
              </a:rPr>
              <a:t> </a:t>
            </a:r>
            <a:endParaRPr lang="fr-FR" sz="2000" dirty="0"/>
          </a:p>
        </p:txBody>
      </p:sp>
      <p:sp>
        <p:nvSpPr>
          <p:cNvPr id="6" name="Rectangle 5"/>
          <p:cNvSpPr/>
          <p:nvPr/>
        </p:nvSpPr>
        <p:spPr>
          <a:xfrm>
            <a:off x="4006484" y="5145638"/>
            <a:ext cx="11961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2+12=14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05162" y="5145638"/>
            <a:ext cx="10038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</a:rPr>
              <a:t>5*4=20</a:t>
            </a:r>
            <a:endParaRPr lang="fr-FR" sz="2000" dirty="0">
              <a:solidFill>
                <a:schemeClr val="bg1"/>
              </a:solidFill>
            </a:endParaRPr>
          </a:p>
        </p:txBody>
      </p:sp>
      <p:cxnSp>
        <p:nvCxnSpPr>
          <p:cNvPr id="9" name="Connecteur droit avec flèche 8"/>
          <p:cNvCxnSpPr>
            <a:stCxn id="2" idx="2"/>
            <a:endCxn id="4" idx="0"/>
          </p:cNvCxnSpPr>
          <p:nvPr/>
        </p:nvCxnSpPr>
        <p:spPr>
          <a:xfrm>
            <a:off x="4560946" y="3393510"/>
            <a:ext cx="18817" cy="52548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/>
          <p:nvPr/>
        </p:nvCxnSpPr>
        <p:spPr>
          <a:xfrm flipH="1">
            <a:off x="6949545" y="3393510"/>
            <a:ext cx="1" cy="52548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/>
          <p:cNvCxnSpPr/>
          <p:nvPr/>
        </p:nvCxnSpPr>
        <p:spPr>
          <a:xfrm flipH="1">
            <a:off x="4580981" y="4396190"/>
            <a:ext cx="1" cy="52548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/>
          <p:nvPr/>
        </p:nvCxnSpPr>
        <p:spPr>
          <a:xfrm flipH="1">
            <a:off x="6949544" y="4396190"/>
            <a:ext cx="1" cy="52548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oogle Shape;1129;p58"/>
          <p:cNvGrpSpPr/>
          <p:nvPr/>
        </p:nvGrpSpPr>
        <p:grpSpPr>
          <a:xfrm>
            <a:off x="2656614" y="3973379"/>
            <a:ext cx="327218" cy="234054"/>
            <a:chOff x="4791775" y="1877500"/>
            <a:chExt cx="66725" cy="36975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44" name="Google Shape;1130;p58"/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5" name="Google Shape;1131;p58"/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46" name="Google Shape;1129;p58"/>
          <p:cNvGrpSpPr/>
          <p:nvPr/>
        </p:nvGrpSpPr>
        <p:grpSpPr>
          <a:xfrm>
            <a:off x="2656614" y="5194353"/>
            <a:ext cx="327218" cy="234054"/>
            <a:chOff x="4791775" y="1877500"/>
            <a:chExt cx="66725" cy="36975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7" name="Google Shape;1130;p58"/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8" name="Google Shape;1131;p58"/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27" name="Google Shape;692;p46"/>
          <p:cNvSpPr/>
          <p:nvPr/>
        </p:nvSpPr>
        <p:spPr>
          <a:xfrm>
            <a:off x="0" y="1732546"/>
            <a:ext cx="2983832" cy="5622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704;p46"/>
          <p:cNvSpPr txBox="1">
            <a:spLocks/>
          </p:cNvSpPr>
          <p:nvPr/>
        </p:nvSpPr>
        <p:spPr>
          <a:xfrm flipH="1">
            <a:off x="1106905" y="1878040"/>
            <a:ext cx="1640128" cy="27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 i="0" u="none" strike="noStrike" cap="non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fr-FR" sz="1800" kern="0" dirty="0">
                <a:solidFill>
                  <a:schemeClr val="dk1"/>
                </a:solidFill>
              </a:rPr>
              <a:t>Precedence:</a:t>
            </a:r>
          </a:p>
        </p:txBody>
      </p:sp>
    </p:spTree>
    <p:extLst>
      <p:ext uri="{BB962C8B-B14F-4D97-AF65-F5344CB8AC3E}">
        <p14:creationId xmlns:p14="http://schemas.microsoft.com/office/powerpoint/2010/main" val="74639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8" grpId="0" animBg="1"/>
      <p:bldP spid="21" grpId="0" animBg="1"/>
      <p:bldP spid="2" grpId="0"/>
      <p:bldP spid="3" grpId="0"/>
      <p:bldP spid="4" grpId="0"/>
      <p:bldP spid="5" grpId="0"/>
      <p:bldP spid="6" grpId="0"/>
      <p:bldP spid="7" grpId="0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0"/>
          <p:cNvSpPr txBox="1"/>
          <p:nvPr/>
        </p:nvSpPr>
        <p:spPr>
          <a:xfrm>
            <a:off x="2952662" y="1907169"/>
            <a:ext cx="6427821" cy="275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None/>
            </a:pPr>
            <a:r>
              <a:rPr lang="fr-FR" sz="1867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price </a:t>
            </a:r>
            <a:r>
              <a:rPr lang="fr-FR" sz="1867" b="1" kern="0" dirty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= </a:t>
            </a:r>
            <a:r>
              <a:rPr lang="fr-FR" sz="1867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50.0</a:t>
            </a: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None/>
            </a:pPr>
            <a:r>
              <a:rPr lang="fr-FR" sz="1867" b="1" kern="0" dirty="0" err="1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quantity</a:t>
            </a:r>
            <a:r>
              <a:rPr lang="fr-FR" sz="1867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 </a:t>
            </a:r>
            <a:r>
              <a:rPr lang="fr-FR" sz="1867" b="1" kern="0" dirty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= </a:t>
            </a:r>
            <a:r>
              <a:rPr lang="fr-FR" sz="1867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3</a:t>
            </a:r>
            <a:endParaRPr lang="fr-FR" sz="1867" b="1" kern="0" dirty="0">
              <a:solidFill>
                <a:srgbClr val="1B1464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None/>
            </a:pPr>
            <a:r>
              <a:rPr lang="fr-FR" sz="1867" b="1" kern="0" dirty="0" err="1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tax_rate</a:t>
            </a:r>
            <a:r>
              <a:rPr lang="fr-FR" sz="1867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 </a:t>
            </a:r>
            <a:r>
              <a:rPr lang="fr-FR" sz="1867" b="1" kern="0" dirty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= </a:t>
            </a:r>
            <a:r>
              <a:rPr lang="fr-FR" sz="1867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0.10</a:t>
            </a: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None/>
            </a:pPr>
            <a:r>
              <a:rPr lang="fr-FR" sz="1867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subtotal </a:t>
            </a:r>
            <a:r>
              <a:rPr lang="fr-FR" sz="1867" b="1" kern="0" dirty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= </a:t>
            </a:r>
            <a:r>
              <a:rPr lang="fr-FR" sz="1867" b="1" kern="0" dirty="0" err="1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price</a:t>
            </a:r>
            <a:r>
              <a:rPr lang="fr-FR" sz="1867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 </a:t>
            </a:r>
            <a:r>
              <a:rPr lang="fr-FR" sz="1867" b="1" kern="0" dirty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*</a:t>
            </a:r>
            <a:r>
              <a:rPr lang="fr-FR" sz="1867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 </a:t>
            </a:r>
            <a:r>
              <a:rPr lang="fr-FR" sz="1867" b="1" kern="0" dirty="0" err="1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quantity</a:t>
            </a:r>
            <a:endParaRPr lang="fr-FR" sz="1867" b="1" kern="0" dirty="0">
              <a:solidFill>
                <a:srgbClr val="1B1464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None/>
            </a:pPr>
            <a:r>
              <a:rPr lang="fr-FR" sz="1867" b="1" kern="0" dirty="0" err="1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tax</a:t>
            </a:r>
            <a:r>
              <a:rPr lang="fr-FR" sz="1867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 </a:t>
            </a:r>
            <a:r>
              <a:rPr lang="fr-FR" sz="1867" b="1" kern="0" dirty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= </a:t>
            </a:r>
            <a:r>
              <a:rPr lang="fr-FR" sz="1867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subtotal * </a:t>
            </a:r>
            <a:r>
              <a:rPr lang="fr-FR" sz="1867" b="1" kern="0" dirty="0" err="1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tax_rate</a:t>
            </a:r>
            <a:endParaRPr lang="fr-FR" sz="1867" b="1" kern="0" dirty="0" smtClean="0">
              <a:solidFill>
                <a:srgbClr val="1B1464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None/>
            </a:pPr>
            <a:endParaRPr lang="fr-FR" sz="1867" b="1" kern="0" dirty="0" smtClean="0">
              <a:solidFill>
                <a:srgbClr val="1B1464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None/>
            </a:pPr>
            <a:r>
              <a:rPr lang="fr-FR" sz="1867" b="1" kern="0" dirty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total = subtotal + </a:t>
            </a:r>
            <a:r>
              <a:rPr lang="fr-FR" sz="1867" b="1" kern="0" dirty="0" err="1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tax</a:t>
            </a:r>
            <a:endParaRPr lang="fr-FR" sz="1867" b="1" kern="0" dirty="0">
              <a:solidFill>
                <a:srgbClr val="1B1464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856" name="Google Shape;856;p50"/>
          <p:cNvSpPr txBox="1">
            <a:spLocks noGrp="1"/>
          </p:cNvSpPr>
          <p:nvPr>
            <p:ph type="title"/>
          </p:nvPr>
        </p:nvSpPr>
        <p:spPr>
          <a:xfrm>
            <a:off x="1625239" y="219344"/>
            <a:ext cx="8784000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PRACTICAL APPLICATION 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sz="2000" dirty="0" smtClean="0"/>
              <a:t>Invoice </a:t>
            </a:r>
            <a:r>
              <a:rPr lang="en-US" sz="2000" dirty="0"/>
              <a:t>Calculation with Tax</a:t>
            </a:r>
            <a:endParaRPr sz="2000" dirty="0"/>
          </a:p>
        </p:txBody>
      </p:sp>
      <p:sp>
        <p:nvSpPr>
          <p:cNvPr id="857" name="Google Shape;857;p50"/>
          <p:cNvSpPr/>
          <p:nvPr/>
        </p:nvSpPr>
        <p:spPr>
          <a:xfrm flipH="1">
            <a:off x="4662408" y="5334227"/>
            <a:ext cx="4233607" cy="4224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50110" y="5360761"/>
            <a:ext cx="1858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TOTAL </a:t>
            </a:r>
            <a:r>
              <a:rPr lang="fr-FR" b="1" kern="0" dirty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= 165.0 </a:t>
            </a:r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3041449" y="5334227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kern="0" dirty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Final Output: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2999864" y="3364403"/>
            <a:ext cx="3166708" cy="346841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6519090" y="3286881"/>
            <a:ext cx="28613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kern="0" dirty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subtotal = </a:t>
            </a:r>
            <a:r>
              <a:rPr lang="fr-FR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50.0*3=150.0 </a:t>
            </a:r>
          </a:p>
          <a:p>
            <a:pPr>
              <a:lnSpc>
                <a:spcPct val="150000"/>
              </a:lnSpc>
            </a:pPr>
            <a:r>
              <a:rPr lang="fr-FR" b="1" kern="0" dirty="0" err="1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tax</a:t>
            </a:r>
            <a:r>
              <a:rPr lang="fr-FR" b="1" kern="0" dirty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 = </a:t>
            </a:r>
            <a:r>
              <a:rPr lang="fr-FR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150.0*0.10=15.0 </a:t>
            </a:r>
            <a:endParaRPr lang="fr-FR" b="1" kern="0" dirty="0">
              <a:solidFill>
                <a:srgbClr val="1B1464"/>
              </a:solidFill>
              <a:latin typeface="Overpass Mono"/>
              <a:sym typeface="Overpass Mono"/>
            </a:endParaRPr>
          </a:p>
          <a:p>
            <a:pPr>
              <a:lnSpc>
                <a:spcPct val="150000"/>
              </a:lnSpc>
            </a:pPr>
            <a:endParaRPr lang="fr-FR" b="1" kern="0" dirty="0" smtClean="0">
              <a:solidFill>
                <a:srgbClr val="1B1464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>
              <a:lnSpc>
                <a:spcPct val="150000"/>
              </a:lnSpc>
            </a:pPr>
            <a:r>
              <a:rPr lang="fr-FR" b="1" kern="0" dirty="0" smtClean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total </a:t>
            </a:r>
            <a:r>
              <a:rPr lang="fr-FR" b="1" kern="0" dirty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rPr>
              <a:t>= 150.0+15.0=165.0 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999864" y="3778346"/>
            <a:ext cx="2850246" cy="39464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Google Shape;1168;p58"/>
          <p:cNvSpPr/>
          <p:nvPr/>
        </p:nvSpPr>
        <p:spPr>
          <a:xfrm>
            <a:off x="6017239" y="4731679"/>
            <a:ext cx="158801" cy="217887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99261" y="4606424"/>
            <a:ext cx="988869" cy="434783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4989095" y="4623232"/>
            <a:ext cx="468015" cy="434783"/>
          </a:xfrm>
          <a:prstGeom prst="rect">
            <a:avLst/>
          </a:prstGeom>
          <a:noFill/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3" name="Google Shape;10719;p67"/>
          <p:cNvGrpSpPr/>
          <p:nvPr/>
        </p:nvGrpSpPr>
        <p:grpSpPr>
          <a:xfrm>
            <a:off x="715940" y="5702225"/>
            <a:ext cx="1342757" cy="1155775"/>
            <a:chOff x="3973186" y="3353231"/>
            <a:chExt cx="378661" cy="346558"/>
          </a:xfrm>
        </p:grpSpPr>
        <p:sp>
          <p:nvSpPr>
            <p:cNvPr id="14" name="Google Shape;10720;p67"/>
            <p:cNvSpPr/>
            <p:nvPr/>
          </p:nvSpPr>
          <p:spPr>
            <a:xfrm>
              <a:off x="4033882" y="3477190"/>
              <a:ext cx="34486" cy="34512"/>
            </a:xfrm>
            <a:custGeom>
              <a:avLst/>
              <a:gdLst/>
              <a:ahLst/>
              <a:cxnLst/>
              <a:rect l="l" t="t" r="r" b="b"/>
              <a:pathLst>
                <a:path w="1317" h="1318" extrusionOk="0">
                  <a:moveTo>
                    <a:pt x="659" y="1"/>
                  </a:moveTo>
                  <a:cubicBezTo>
                    <a:pt x="296" y="1"/>
                    <a:pt x="0" y="297"/>
                    <a:pt x="0" y="659"/>
                  </a:cubicBezTo>
                  <a:cubicBezTo>
                    <a:pt x="0" y="1022"/>
                    <a:pt x="296" y="1317"/>
                    <a:pt x="659" y="1317"/>
                  </a:cubicBezTo>
                  <a:cubicBezTo>
                    <a:pt x="1021" y="1317"/>
                    <a:pt x="1317" y="1022"/>
                    <a:pt x="1317" y="659"/>
                  </a:cubicBezTo>
                  <a:cubicBezTo>
                    <a:pt x="1317" y="297"/>
                    <a:pt x="1021" y="1"/>
                    <a:pt x="659" y="1"/>
                  </a:cubicBezTo>
                  <a:close/>
                </a:path>
              </a:pathLst>
            </a:custGeom>
            <a:solidFill>
              <a:srgbClr val="C8D3DC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0721;p67"/>
            <p:cNvSpPr/>
            <p:nvPr/>
          </p:nvSpPr>
          <p:spPr>
            <a:xfrm>
              <a:off x="4144278" y="3477190"/>
              <a:ext cx="34512" cy="34512"/>
            </a:xfrm>
            <a:custGeom>
              <a:avLst/>
              <a:gdLst/>
              <a:ahLst/>
              <a:cxnLst/>
              <a:rect l="l" t="t" r="r" b="b"/>
              <a:pathLst>
                <a:path w="1318" h="1318" extrusionOk="0">
                  <a:moveTo>
                    <a:pt x="659" y="1"/>
                  </a:moveTo>
                  <a:cubicBezTo>
                    <a:pt x="297" y="1"/>
                    <a:pt x="1" y="297"/>
                    <a:pt x="1" y="659"/>
                  </a:cubicBezTo>
                  <a:cubicBezTo>
                    <a:pt x="1" y="1022"/>
                    <a:pt x="297" y="1317"/>
                    <a:pt x="659" y="1317"/>
                  </a:cubicBezTo>
                  <a:cubicBezTo>
                    <a:pt x="1022" y="1317"/>
                    <a:pt x="1317" y="1022"/>
                    <a:pt x="1317" y="659"/>
                  </a:cubicBezTo>
                  <a:cubicBezTo>
                    <a:pt x="1317" y="297"/>
                    <a:pt x="1022" y="1"/>
                    <a:pt x="659" y="1"/>
                  </a:cubicBezTo>
                  <a:close/>
                </a:path>
              </a:pathLst>
            </a:custGeom>
            <a:solidFill>
              <a:srgbClr val="C8D3DC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0722;p67"/>
            <p:cNvSpPr/>
            <p:nvPr/>
          </p:nvSpPr>
          <p:spPr>
            <a:xfrm>
              <a:off x="4172768" y="3353231"/>
              <a:ext cx="179079" cy="150852"/>
            </a:xfrm>
            <a:custGeom>
              <a:avLst/>
              <a:gdLst/>
              <a:ahLst/>
              <a:cxnLst/>
              <a:rect l="l" t="t" r="r" b="b"/>
              <a:pathLst>
                <a:path w="6839" h="5761" extrusionOk="0">
                  <a:moveTo>
                    <a:pt x="3442" y="1"/>
                  </a:moveTo>
                  <a:cubicBezTo>
                    <a:pt x="3405" y="1"/>
                    <a:pt x="3368" y="1"/>
                    <a:pt x="3330" y="3"/>
                  </a:cubicBezTo>
                  <a:cubicBezTo>
                    <a:pt x="1155" y="98"/>
                    <a:pt x="1" y="2617"/>
                    <a:pt x="1355" y="4325"/>
                  </a:cubicBezTo>
                  <a:lnTo>
                    <a:pt x="1298" y="5527"/>
                  </a:lnTo>
                  <a:cubicBezTo>
                    <a:pt x="1290" y="5661"/>
                    <a:pt x="1394" y="5761"/>
                    <a:pt x="1513" y="5761"/>
                  </a:cubicBezTo>
                  <a:cubicBezTo>
                    <a:pt x="1546" y="5761"/>
                    <a:pt x="1580" y="5753"/>
                    <a:pt x="1613" y="5736"/>
                  </a:cubicBezTo>
                  <a:lnTo>
                    <a:pt x="2710" y="5231"/>
                  </a:lnTo>
                  <a:cubicBezTo>
                    <a:pt x="2949" y="5299"/>
                    <a:pt x="3192" y="5332"/>
                    <a:pt x="3432" y="5332"/>
                  </a:cubicBezTo>
                  <a:cubicBezTo>
                    <a:pt x="4306" y="5332"/>
                    <a:pt x="5147" y="4899"/>
                    <a:pt x="5648" y="4143"/>
                  </a:cubicBezTo>
                  <a:cubicBezTo>
                    <a:pt x="6839" y="2371"/>
                    <a:pt x="5551" y="1"/>
                    <a:pt x="3442" y="1"/>
                  </a:cubicBezTo>
                  <a:close/>
                </a:path>
              </a:pathLst>
            </a:custGeom>
            <a:solidFill>
              <a:srgbClr val="E9EEF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0723;p67"/>
            <p:cNvSpPr/>
            <p:nvPr/>
          </p:nvSpPr>
          <p:spPr>
            <a:xfrm>
              <a:off x="4080335" y="3527649"/>
              <a:ext cx="52003" cy="93952"/>
            </a:xfrm>
            <a:custGeom>
              <a:avLst/>
              <a:gdLst/>
              <a:ahLst/>
              <a:cxnLst/>
              <a:rect l="l" t="t" r="r" b="b"/>
              <a:pathLst>
                <a:path w="1986" h="3588" extrusionOk="0">
                  <a:moveTo>
                    <a:pt x="1" y="1"/>
                  </a:moveTo>
                  <a:lnTo>
                    <a:pt x="1" y="2729"/>
                  </a:lnTo>
                  <a:lnTo>
                    <a:pt x="993" y="3588"/>
                  </a:lnTo>
                  <a:lnTo>
                    <a:pt x="1985" y="2729"/>
                  </a:lnTo>
                  <a:lnTo>
                    <a:pt x="1985" y="1"/>
                  </a:lnTo>
                  <a:close/>
                </a:path>
              </a:pathLst>
            </a:custGeom>
            <a:solidFill>
              <a:srgbClr val="C8D3DC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10724;p67"/>
            <p:cNvSpPr/>
            <p:nvPr/>
          </p:nvSpPr>
          <p:spPr>
            <a:xfrm>
              <a:off x="3973186" y="3585858"/>
              <a:ext cx="265804" cy="113695"/>
            </a:xfrm>
            <a:custGeom>
              <a:avLst/>
              <a:gdLst/>
              <a:ahLst/>
              <a:cxnLst/>
              <a:rect l="l" t="t" r="r" b="b"/>
              <a:pathLst>
                <a:path w="10151" h="4342" extrusionOk="0">
                  <a:moveTo>
                    <a:pt x="4083" y="1"/>
                  </a:moveTo>
                  <a:lnTo>
                    <a:pt x="1822" y="726"/>
                  </a:lnTo>
                  <a:cubicBezTo>
                    <a:pt x="735" y="1069"/>
                    <a:pt x="0" y="2080"/>
                    <a:pt x="0" y="3216"/>
                  </a:cubicBezTo>
                  <a:lnTo>
                    <a:pt x="0" y="4122"/>
                  </a:lnTo>
                  <a:cubicBezTo>
                    <a:pt x="0" y="4236"/>
                    <a:pt x="95" y="4341"/>
                    <a:pt x="220" y="4341"/>
                  </a:cubicBezTo>
                  <a:lnTo>
                    <a:pt x="9931" y="4341"/>
                  </a:lnTo>
                  <a:cubicBezTo>
                    <a:pt x="10046" y="4341"/>
                    <a:pt x="10151" y="4236"/>
                    <a:pt x="10151" y="4122"/>
                  </a:cubicBezTo>
                  <a:lnTo>
                    <a:pt x="10151" y="3216"/>
                  </a:lnTo>
                  <a:cubicBezTo>
                    <a:pt x="10151" y="2080"/>
                    <a:pt x="9416" y="1079"/>
                    <a:pt x="8338" y="726"/>
                  </a:cubicBezTo>
                  <a:lnTo>
                    <a:pt x="6077" y="1"/>
                  </a:lnTo>
                  <a:lnTo>
                    <a:pt x="5085" y="697"/>
                  </a:lnTo>
                  <a:lnTo>
                    <a:pt x="4083" y="1"/>
                  </a:lnTo>
                  <a:close/>
                </a:path>
              </a:pathLst>
            </a:custGeom>
            <a:solidFill>
              <a:srgbClr val="9CACBA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10725;p67"/>
            <p:cNvSpPr/>
            <p:nvPr/>
          </p:nvSpPr>
          <p:spPr>
            <a:xfrm>
              <a:off x="4051112" y="3405260"/>
              <a:ext cx="110448" cy="151768"/>
            </a:xfrm>
            <a:custGeom>
              <a:avLst/>
              <a:gdLst/>
              <a:ahLst/>
              <a:cxnLst/>
              <a:rect l="l" t="t" r="r" b="b"/>
              <a:pathLst>
                <a:path w="4218" h="5796" extrusionOk="0">
                  <a:moveTo>
                    <a:pt x="1651" y="0"/>
                  </a:moveTo>
                  <a:cubicBezTo>
                    <a:pt x="1584" y="0"/>
                    <a:pt x="1517" y="0"/>
                    <a:pt x="1460" y="10"/>
                  </a:cubicBezTo>
                  <a:cubicBezTo>
                    <a:pt x="630" y="105"/>
                    <a:pt x="1" y="811"/>
                    <a:pt x="1" y="1641"/>
                  </a:cubicBezTo>
                  <a:lnTo>
                    <a:pt x="1" y="3320"/>
                  </a:lnTo>
                  <a:cubicBezTo>
                    <a:pt x="1" y="4198"/>
                    <a:pt x="468" y="5009"/>
                    <a:pt x="1222" y="5457"/>
                  </a:cubicBezTo>
                  <a:lnTo>
                    <a:pt x="1527" y="5638"/>
                  </a:lnTo>
                  <a:cubicBezTo>
                    <a:pt x="1708" y="5743"/>
                    <a:pt x="1909" y="5796"/>
                    <a:pt x="2109" y="5796"/>
                  </a:cubicBezTo>
                  <a:cubicBezTo>
                    <a:pt x="2309" y="5796"/>
                    <a:pt x="2510" y="5743"/>
                    <a:pt x="2691" y="5638"/>
                  </a:cubicBezTo>
                  <a:lnTo>
                    <a:pt x="2996" y="5457"/>
                  </a:lnTo>
                  <a:cubicBezTo>
                    <a:pt x="3750" y="5009"/>
                    <a:pt x="4217" y="4198"/>
                    <a:pt x="4217" y="3320"/>
                  </a:cubicBezTo>
                  <a:lnTo>
                    <a:pt x="4217" y="1641"/>
                  </a:lnTo>
                  <a:cubicBezTo>
                    <a:pt x="4217" y="735"/>
                    <a:pt x="3483" y="0"/>
                    <a:pt x="2576" y="0"/>
                  </a:cubicBezTo>
                  <a:close/>
                </a:path>
              </a:pathLst>
            </a:custGeom>
            <a:solidFill>
              <a:srgbClr val="DFE5EA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10726;p67"/>
            <p:cNvSpPr/>
            <p:nvPr/>
          </p:nvSpPr>
          <p:spPr>
            <a:xfrm>
              <a:off x="4051112" y="3405496"/>
              <a:ext cx="37994" cy="49987"/>
            </a:xfrm>
            <a:custGeom>
              <a:avLst/>
              <a:gdLst/>
              <a:ahLst/>
              <a:cxnLst/>
              <a:rect l="l" t="t" r="r" b="b"/>
              <a:pathLst>
                <a:path w="1451" h="1909" extrusionOk="0">
                  <a:moveTo>
                    <a:pt x="1451" y="1"/>
                  </a:moveTo>
                  <a:lnTo>
                    <a:pt x="1451" y="1"/>
                  </a:lnTo>
                  <a:cubicBezTo>
                    <a:pt x="621" y="96"/>
                    <a:pt x="1" y="802"/>
                    <a:pt x="1" y="1642"/>
                  </a:cubicBezTo>
                  <a:lnTo>
                    <a:pt x="1" y="1909"/>
                  </a:lnTo>
                  <a:cubicBezTo>
                    <a:pt x="1" y="1909"/>
                    <a:pt x="1069" y="1584"/>
                    <a:pt x="1451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10727;p67"/>
            <p:cNvSpPr/>
            <p:nvPr/>
          </p:nvSpPr>
          <p:spPr>
            <a:xfrm>
              <a:off x="4089080" y="3405260"/>
              <a:ext cx="72480" cy="71956"/>
            </a:xfrm>
            <a:custGeom>
              <a:avLst/>
              <a:gdLst/>
              <a:ahLst/>
              <a:cxnLst/>
              <a:rect l="l" t="t" r="r" b="b"/>
              <a:pathLst>
                <a:path w="2768" h="2748" extrusionOk="0">
                  <a:moveTo>
                    <a:pt x="191" y="0"/>
                  </a:moveTo>
                  <a:cubicBezTo>
                    <a:pt x="134" y="0"/>
                    <a:pt x="67" y="0"/>
                    <a:pt x="1" y="10"/>
                  </a:cubicBezTo>
                  <a:cubicBezTo>
                    <a:pt x="1" y="10"/>
                    <a:pt x="296" y="2748"/>
                    <a:pt x="2767" y="2748"/>
                  </a:cubicBezTo>
                  <a:lnTo>
                    <a:pt x="2767" y="1641"/>
                  </a:lnTo>
                  <a:cubicBezTo>
                    <a:pt x="2767" y="735"/>
                    <a:pt x="2033" y="0"/>
                    <a:pt x="112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10728;p67"/>
            <p:cNvSpPr/>
            <p:nvPr/>
          </p:nvSpPr>
          <p:spPr>
            <a:xfrm>
              <a:off x="4094317" y="3475384"/>
              <a:ext cx="24012" cy="37811"/>
            </a:xfrm>
            <a:custGeom>
              <a:avLst/>
              <a:gdLst/>
              <a:ahLst/>
              <a:cxnLst/>
              <a:rect l="l" t="t" r="r" b="b"/>
              <a:pathLst>
                <a:path w="917" h="1444" extrusionOk="0">
                  <a:moveTo>
                    <a:pt x="219" y="1"/>
                  </a:moveTo>
                  <a:cubicBezTo>
                    <a:pt x="111" y="1"/>
                    <a:pt x="1" y="75"/>
                    <a:pt x="11" y="222"/>
                  </a:cubicBezTo>
                  <a:lnTo>
                    <a:pt x="11" y="1234"/>
                  </a:lnTo>
                  <a:cubicBezTo>
                    <a:pt x="11" y="1348"/>
                    <a:pt x="106" y="1444"/>
                    <a:pt x="220" y="1444"/>
                  </a:cubicBezTo>
                  <a:lnTo>
                    <a:pt x="659" y="1444"/>
                  </a:lnTo>
                  <a:cubicBezTo>
                    <a:pt x="917" y="1424"/>
                    <a:pt x="917" y="1043"/>
                    <a:pt x="659" y="1024"/>
                  </a:cubicBezTo>
                  <a:lnTo>
                    <a:pt x="421" y="1024"/>
                  </a:lnTo>
                  <a:lnTo>
                    <a:pt x="421" y="222"/>
                  </a:lnTo>
                  <a:cubicBezTo>
                    <a:pt x="435" y="75"/>
                    <a:pt x="328" y="1"/>
                    <a:pt x="219" y="1"/>
                  </a:cubicBezTo>
                  <a:close/>
                </a:path>
              </a:pathLst>
            </a:custGeom>
            <a:solidFill>
              <a:srgbClr val="C8D3DC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10729;p67"/>
            <p:cNvSpPr/>
            <p:nvPr/>
          </p:nvSpPr>
          <p:spPr>
            <a:xfrm>
              <a:off x="4087823" y="3604345"/>
              <a:ext cx="36999" cy="95209"/>
            </a:xfrm>
            <a:custGeom>
              <a:avLst/>
              <a:gdLst/>
              <a:ahLst/>
              <a:cxnLst/>
              <a:rect l="l" t="t" r="r" b="b"/>
              <a:pathLst>
                <a:path w="1413" h="3636" extrusionOk="0">
                  <a:moveTo>
                    <a:pt x="1" y="1"/>
                  </a:moveTo>
                  <a:lnTo>
                    <a:pt x="1" y="859"/>
                  </a:lnTo>
                  <a:lnTo>
                    <a:pt x="230" y="1222"/>
                  </a:lnTo>
                  <a:lnTo>
                    <a:pt x="1" y="3635"/>
                  </a:lnTo>
                  <a:lnTo>
                    <a:pt x="1413" y="3635"/>
                  </a:lnTo>
                  <a:lnTo>
                    <a:pt x="1193" y="1222"/>
                  </a:lnTo>
                  <a:lnTo>
                    <a:pt x="1413" y="859"/>
                  </a:lnTo>
                  <a:lnTo>
                    <a:pt x="1413" y="1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10730;p67"/>
            <p:cNvSpPr/>
            <p:nvPr/>
          </p:nvSpPr>
          <p:spPr>
            <a:xfrm>
              <a:off x="4080335" y="3586120"/>
              <a:ext cx="26002" cy="38963"/>
            </a:xfrm>
            <a:custGeom>
              <a:avLst/>
              <a:gdLst/>
              <a:ahLst/>
              <a:cxnLst/>
              <a:rect l="l" t="t" r="r" b="b"/>
              <a:pathLst>
                <a:path w="993" h="1488" extrusionOk="0">
                  <a:moveTo>
                    <a:pt x="1" y="0"/>
                  </a:moveTo>
                  <a:lnTo>
                    <a:pt x="1" y="1269"/>
                  </a:lnTo>
                  <a:cubicBezTo>
                    <a:pt x="1" y="1401"/>
                    <a:pt x="112" y="1487"/>
                    <a:pt x="227" y="1487"/>
                  </a:cubicBezTo>
                  <a:cubicBezTo>
                    <a:pt x="286" y="1487"/>
                    <a:pt x="346" y="1464"/>
                    <a:pt x="392" y="1412"/>
                  </a:cubicBezTo>
                  <a:lnTo>
                    <a:pt x="993" y="69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ECBD5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10731;p67"/>
            <p:cNvSpPr/>
            <p:nvPr/>
          </p:nvSpPr>
          <p:spPr>
            <a:xfrm>
              <a:off x="4106310" y="3586120"/>
              <a:ext cx="26028" cy="38963"/>
            </a:xfrm>
            <a:custGeom>
              <a:avLst/>
              <a:gdLst/>
              <a:ahLst/>
              <a:cxnLst/>
              <a:rect l="l" t="t" r="r" b="b"/>
              <a:pathLst>
                <a:path w="994" h="1488" extrusionOk="0">
                  <a:moveTo>
                    <a:pt x="993" y="0"/>
                  </a:moveTo>
                  <a:lnTo>
                    <a:pt x="1" y="697"/>
                  </a:lnTo>
                  <a:lnTo>
                    <a:pt x="611" y="1412"/>
                  </a:lnTo>
                  <a:cubicBezTo>
                    <a:pt x="657" y="1464"/>
                    <a:pt x="716" y="1487"/>
                    <a:pt x="774" y="1487"/>
                  </a:cubicBezTo>
                  <a:cubicBezTo>
                    <a:pt x="885" y="1487"/>
                    <a:pt x="993" y="1401"/>
                    <a:pt x="993" y="1269"/>
                  </a:cubicBezTo>
                  <a:lnTo>
                    <a:pt x="993" y="0"/>
                  </a:lnTo>
                  <a:close/>
                </a:path>
              </a:pathLst>
            </a:custGeom>
            <a:solidFill>
              <a:srgbClr val="BECBD5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10732;p67"/>
            <p:cNvSpPr/>
            <p:nvPr/>
          </p:nvSpPr>
          <p:spPr>
            <a:xfrm>
              <a:off x="3973421" y="3586120"/>
              <a:ext cx="106940" cy="113669"/>
            </a:xfrm>
            <a:custGeom>
              <a:avLst/>
              <a:gdLst/>
              <a:ahLst/>
              <a:cxnLst/>
              <a:rect l="l" t="t" r="r" b="b"/>
              <a:pathLst>
                <a:path w="4084" h="4341" extrusionOk="0">
                  <a:moveTo>
                    <a:pt x="4084" y="0"/>
                  </a:moveTo>
                  <a:lnTo>
                    <a:pt x="1823" y="716"/>
                  </a:lnTo>
                  <a:cubicBezTo>
                    <a:pt x="735" y="1069"/>
                    <a:pt x="1" y="2080"/>
                    <a:pt x="1" y="3215"/>
                  </a:cubicBezTo>
                  <a:lnTo>
                    <a:pt x="1" y="4121"/>
                  </a:lnTo>
                  <a:cubicBezTo>
                    <a:pt x="1" y="4236"/>
                    <a:pt x="106" y="4341"/>
                    <a:pt x="220" y="4341"/>
                  </a:cubicBezTo>
                  <a:lnTo>
                    <a:pt x="4084" y="4341"/>
                  </a:lnTo>
                  <a:lnTo>
                    <a:pt x="4084" y="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10733;p67"/>
            <p:cNvSpPr/>
            <p:nvPr/>
          </p:nvSpPr>
          <p:spPr>
            <a:xfrm>
              <a:off x="4132312" y="3586120"/>
              <a:ext cx="106940" cy="113433"/>
            </a:xfrm>
            <a:custGeom>
              <a:avLst/>
              <a:gdLst/>
              <a:ahLst/>
              <a:cxnLst/>
              <a:rect l="l" t="t" r="r" b="b"/>
              <a:pathLst>
                <a:path w="4084" h="4332" extrusionOk="0">
                  <a:moveTo>
                    <a:pt x="0" y="0"/>
                  </a:moveTo>
                  <a:lnTo>
                    <a:pt x="0" y="4331"/>
                  </a:lnTo>
                  <a:lnTo>
                    <a:pt x="3864" y="4331"/>
                  </a:lnTo>
                  <a:cubicBezTo>
                    <a:pt x="3988" y="4331"/>
                    <a:pt x="4083" y="4236"/>
                    <a:pt x="4083" y="4112"/>
                  </a:cubicBezTo>
                  <a:lnTo>
                    <a:pt x="4083" y="3215"/>
                  </a:lnTo>
                  <a:cubicBezTo>
                    <a:pt x="4083" y="2080"/>
                    <a:pt x="3349" y="1069"/>
                    <a:pt x="2271" y="7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10734;p67"/>
            <p:cNvSpPr/>
            <p:nvPr/>
          </p:nvSpPr>
          <p:spPr>
            <a:xfrm>
              <a:off x="3973421" y="3598610"/>
              <a:ext cx="67714" cy="100943"/>
            </a:xfrm>
            <a:custGeom>
              <a:avLst/>
              <a:gdLst/>
              <a:ahLst/>
              <a:cxnLst/>
              <a:rect l="l" t="t" r="r" b="b"/>
              <a:pathLst>
                <a:path w="2586" h="3855" extrusionOk="0">
                  <a:moveTo>
                    <a:pt x="2586" y="0"/>
                  </a:moveTo>
                  <a:lnTo>
                    <a:pt x="1823" y="239"/>
                  </a:lnTo>
                  <a:cubicBezTo>
                    <a:pt x="735" y="582"/>
                    <a:pt x="1" y="1593"/>
                    <a:pt x="1" y="2738"/>
                  </a:cubicBezTo>
                  <a:lnTo>
                    <a:pt x="1" y="3635"/>
                  </a:lnTo>
                  <a:cubicBezTo>
                    <a:pt x="1" y="3759"/>
                    <a:pt x="106" y="3854"/>
                    <a:pt x="220" y="3854"/>
                  </a:cubicBezTo>
                  <a:lnTo>
                    <a:pt x="602" y="3854"/>
                  </a:lnTo>
                  <a:lnTo>
                    <a:pt x="602" y="2738"/>
                  </a:lnTo>
                  <a:cubicBezTo>
                    <a:pt x="602" y="1603"/>
                    <a:pt x="1165" y="592"/>
                    <a:pt x="1994" y="248"/>
                  </a:cubicBezTo>
                  <a:lnTo>
                    <a:pt x="2586" y="0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10735;p67"/>
            <p:cNvSpPr/>
            <p:nvPr/>
          </p:nvSpPr>
          <p:spPr>
            <a:xfrm>
              <a:off x="4171773" y="3598610"/>
              <a:ext cx="67479" cy="100943"/>
            </a:xfrm>
            <a:custGeom>
              <a:avLst/>
              <a:gdLst/>
              <a:ahLst/>
              <a:cxnLst/>
              <a:rect l="l" t="t" r="r" b="b"/>
              <a:pathLst>
                <a:path w="2577" h="3855" extrusionOk="0">
                  <a:moveTo>
                    <a:pt x="0" y="0"/>
                  </a:moveTo>
                  <a:lnTo>
                    <a:pt x="582" y="239"/>
                  </a:lnTo>
                  <a:cubicBezTo>
                    <a:pt x="1412" y="592"/>
                    <a:pt x="1975" y="1593"/>
                    <a:pt x="1975" y="2738"/>
                  </a:cubicBezTo>
                  <a:lnTo>
                    <a:pt x="1975" y="3854"/>
                  </a:lnTo>
                  <a:lnTo>
                    <a:pt x="2357" y="3854"/>
                  </a:lnTo>
                  <a:cubicBezTo>
                    <a:pt x="2481" y="3854"/>
                    <a:pt x="2576" y="3759"/>
                    <a:pt x="2576" y="3635"/>
                  </a:cubicBezTo>
                  <a:lnTo>
                    <a:pt x="2576" y="2738"/>
                  </a:lnTo>
                  <a:cubicBezTo>
                    <a:pt x="2576" y="1593"/>
                    <a:pt x="1842" y="582"/>
                    <a:pt x="754" y="2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10736;p67"/>
            <p:cNvSpPr/>
            <p:nvPr/>
          </p:nvSpPr>
          <p:spPr>
            <a:xfrm>
              <a:off x="4241320" y="3379232"/>
              <a:ext cx="45379" cy="65017"/>
            </a:xfrm>
            <a:custGeom>
              <a:avLst/>
              <a:gdLst/>
              <a:ahLst/>
              <a:cxnLst/>
              <a:rect l="l" t="t" r="r" b="b"/>
              <a:pathLst>
                <a:path w="1733" h="2483" extrusionOk="0">
                  <a:moveTo>
                    <a:pt x="839" y="1"/>
                  </a:moveTo>
                  <a:cubicBezTo>
                    <a:pt x="529" y="1"/>
                    <a:pt x="218" y="161"/>
                    <a:pt x="63" y="508"/>
                  </a:cubicBezTo>
                  <a:cubicBezTo>
                    <a:pt x="0" y="665"/>
                    <a:pt x="133" y="790"/>
                    <a:pt x="266" y="790"/>
                  </a:cubicBezTo>
                  <a:cubicBezTo>
                    <a:pt x="334" y="790"/>
                    <a:pt x="403" y="757"/>
                    <a:pt x="445" y="679"/>
                  </a:cubicBezTo>
                  <a:cubicBezTo>
                    <a:pt x="517" y="501"/>
                    <a:pt x="681" y="404"/>
                    <a:pt x="849" y="404"/>
                  </a:cubicBezTo>
                  <a:cubicBezTo>
                    <a:pt x="968" y="404"/>
                    <a:pt x="1088" y="453"/>
                    <a:pt x="1179" y="555"/>
                  </a:cubicBezTo>
                  <a:cubicBezTo>
                    <a:pt x="1389" y="794"/>
                    <a:pt x="1284" y="1176"/>
                    <a:pt x="979" y="1271"/>
                  </a:cubicBezTo>
                  <a:cubicBezTo>
                    <a:pt x="683" y="1366"/>
                    <a:pt x="502" y="1462"/>
                    <a:pt x="502" y="1643"/>
                  </a:cubicBezTo>
                  <a:lnTo>
                    <a:pt x="502" y="2282"/>
                  </a:lnTo>
                  <a:cubicBezTo>
                    <a:pt x="502" y="2397"/>
                    <a:pt x="588" y="2483"/>
                    <a:pt x="712" y="2483"/>
                  </a:cubicBezTo>
                  <a:cubicBezTo>
                    <a:pt x="817" y="2483"/>
                    <a:pt x="912" y="2397"/>
                    <a:pt x="912" y="2282"/>
                  </a:cubicBezTo>
                  <a:lnTo>
                    <a:pt x="912" y="1738"/>
                  </a:lnTo>
                  <a:cubicBezTo>
                    <a:pt x="979" y="1710"/>
                    <a:pt x="1036" y="1691"/>
                    <a:pt x="1103" y="1672"/>
                  </a:cubicBezTo>
                  <a:cubicBezTo>
                    <a:pt x="1485" y="1557"/>
                    <a:pt x="1733" y="1185"/>
                    <a:pt x="1704" y="794"/>
                  </a:cubicBezTo>
                  <a:cubicBezTo>
                    <a:pt x="1666" y="286"/>
                    <a:pt x="1253" y="1"/>
                    <a:pt x="839" y="1"/>
                  </a:cubicBezTo>
                  <a:close/>
                </a:path>
              </a:pathLst>
            </a:custGeom>
            <a:solidFill>
              <a:srgbClr val="95A6B4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10737;p67"/>
            <p:cNvSpPr/>
            <p:nvPr/>
          </p:nvSpPr>
          <p:spPr>
            <a:xfrm>
              <a:off x="4250458" y="3449644"/>
              <a:ext cx="17020" cy="14349"/>
            </a:xfrm>
            <a:custGeom>
              <a:avLst/>
              <a:gdLst/>
              <a:ahLst/>
              <a:cxnLst/>
              <a:rect l="l" t="t" r="r" b="b"/>
              <a:pathLst>
                <a:path w="650" h="548" extrusionOk="0">
                  <a:moveTo>
                    <a:pt x="368" y="0"/>
                  </a:moveTo>
                  <a:cubicBezTo>
                    <a:pt x="300" y="0"/>
                    <a:pt x="230" y="25"/>
                    <a:pt x="172" y="80"/>
                  </a:cubicBezTo>
                  <a:cubicBezTo>
                    <a:pt x="0" y="251"/>
                    <a:pt x="124" y="547"/>
                    <a:pt x="372" y="547"/>
                  </a:cubicBezTo>
                  <a:cubicBezTo>
                    <a:pt x="525" y="547"/>
                    <a:pt x="649" y="423"/>
                    <a:pt x="649" y="280"/>
                  </a:cubicBezTo>
                  <a:cubicBezTo>
                    <a:pt x="649" y="111"/>
                    <a:pt x="512" y="0"/>
                    <a:pt x="368" y="0"/>
                  </a:cubicBezTo>
                  <a:close/>
                </a:path>
              </a:pathLst>
            </a:custGeom>
            <a:solidFill>
              <a:srgbClr val="95A6B4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25970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7.40741E-7 L 0.25638 0.0007 " pathEditMode="relative" rAng="0" ptsTypes="AA">
                                      <p:cBhvr>
                                        <p:cTn id="33" dur="1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12" y="2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7037E-7 L 0.27943 0.00417 " pathEditMode="relative" rAng="0" ptsTypes="AA">
                                      <p:cBhvr>
                                        <p:cTn id="45" dur="1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71" y="208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  <p:bldP spid="15" grpId="0" animBg="1"/>
      <p:bldP spid="7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121900" tIns="0" rIns="121900" bIns="0" anchor="ctr" anchorCtr="0">
            <a:noAutofit/>
          </a:bodyPr>
          <a:lstStyle/>
          <a:p>
            <a:pPr lvl="0"/>
            <a:r>
              <a:rPr lang="en-US" sz="4400" dirty="0">
                <a:latin typeface="Lucida Console" panose="020B0609040504020204" pitchFamily="49" charset="0"/>
              </a:rPr>
              <a:t>Data Structures and Control </a:t>
            </a:r>
            <a:r>
              <a:rPr lang="en-US" sz="4400" dirty="0" smtClean="0">
                <a:latin typeface="Lucida Console" panose="020B0609040504020204" pitchFamily="49" charset="0"/>
              </a:rPr>
              <a:t>Flow</a:t>
            </a:r>
            <a:endParaRPr sz="4400" dirty="0">
              <a:latin typeface="Lucida Console" panose="020B0609040504020204" pitchFamily="49" charset="0"/>
            </a:endParaRPr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121900" tIns="0" rIns="121900" bIns="0" anchor="b" anchorCtr="0">
            <a:noAutofit/>
          </a:bodyPr>
          <a:lstStyle/>
          <a:p>
            <a:pPr lvl="0"/>
            <a:r>
              <a:rPr lang="en-US" sz="8800" dirty="0"/>
              <a:t>Unit 2:</a:t>
            </a:r>
            <a:endParaRPr sz="8800" dirty="0"/>
          </a:p>
        </p:txBody>
      </p:sp>
      <p:pic>
        <p:nvPicPr>
          <p:cNvPr id="4" name="Picture 2" descr="Python - Free logo icons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250" b="99023" l="2344" r="100000">
                        <a14:foregroundMark x1="36719" y1="42578" x2="36719" y2="425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133" y="2477140"/>
            <a:ext cx="781319" cy="78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7948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568026"/>
              </p:ext>
            </p:extLst>
          </p:nvPr>
        </p:nvGraphicFramePr>
        <p:xfrm>
          <a:off x="4614504" y="5283966"/>
          <a:ext cx="5974365" cy="75196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194873"/>
                <a:gridCol w="1194873"/>
                <a:gridCol w="1194873"/>
                <a:gridCol w="1194873"/>
                <a:gridCol w="119487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Index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 err="1" smtClean="0">
                          <a:solidFill>
                            <a:schemeClr val="bg1"/>
                          </a:solidFill>
                        </a:rPr>
                        <a:t>milk</a:t>
                      </a:r>
                      <a:endParaRPr lang="fr-FR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 err="1" smtClean="0">
                          <a:solidFill>
                            <a:schemeClr val="bg1"/>
                          </a:solidFill>
                        </a:rPr>
                        <a:t>bread</a:t>
                      </a:r>
                      <a:endParaRPr lang="fr-FR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 err="1" smtClean="0">
                          <a:solidFill>
                            <a:schemeClr val="bg1"/>
                          </a:solidFill>
                        </a:rPr>
                        <a:t>eggs</a:t>
                      </a:r>
                      <a:endParaRPr lang="fr-FR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 err="1" smtClean="0">
                          <a:solidFill>
                            <a:schemeClr val="bg1"/>
                          </a:solidFill>
                        </a:rPr>
                        <a:t>cheese</a:t>
                      </a:r>
                      <a:endParaRPr lang="fr-FR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871675" y="2335501"/>
            <a:ext cx="9057166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List: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An ordered, mutable 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collection of 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items. </a:t>
            </a:r>
            <a:endParaRPr lang="en-US" dirty="0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Usage</a:t>
            </a: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: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Storing a 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shopping list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, a record of daily temperatures.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Core Operations: 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Adding (append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               removing 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(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remove)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               accessing by index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.</a:t>
            </a:r>
            <a:endParaRPr lang="fr-FR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27" name="Google Shape;6141;p64"/>
          <p:cNvGrpSpPr/>
          <p:nvPr/>
        </p:nvGrpSpPr>
        <p:grpSpPr>
          <a:xfrm>
            <a:off x="3590875" y="5424524"/>
            <a:ext cx="788277" cy="646388"/>
            <a:chOff x="1913012" y="2764940"/>
            <a:chExt cx="417523" cy="374252"/>
          </a:xfrm>
          <a:solidFill>
            <a:schemeClr val="tx2"/>
          </a:solidFill>
        </p:grpSpPr>
        <p:sp>
          <p:nvSpPr>
            <p:cNvPr id="28" name="Google Shape;6142;p64"/>
            <p:cNvSpPr/>
            <p:nvPr/>
          </p:nvSpPr>
          <p:spPr>
            <a:xfrm>
              <a:off x="2010693" y="2813676"/>
              <a:ext cx="285214" cy="163494"/>
            </a:xfrm>
            <a:custGeom>
              <a:avLst/>
              <a:gdLst/>
              <a:ahLst/>
              <a:cxnLst/>
              <a:rect l="l" t="t" r="r" b="b"/>
              <a:pathLst>
                <a:path w="10856" h="6223" extrusionOk="0">
                  <a:moveTo>
                    <a:pt x="3594" y="2591"/>
                  </a:moveTo>
                  <a:lnTo>
                    <a:pt x="3594" y="4034"/>
                  </a:lnTo>
                  <a:lnTo>
                    <a:pt x="2151" y="4034"/>
                  </a:lnTo>
                  <a:lnTo>
                    <a:pt x="2151" y="2591"/>
                  </a:lnTo>
                  <a:close/>
                  <a:moveTo>
                    <a:pt x="5508" y="2591"/>
                  </a:moveTo>
                  <a:lnTo>
                    <a:pt x="5508" y="4034"/>
                  </a:lnTo>
                  <a:lnTo>
                    <a:pt x="4072" y="4034"/>
                  </a:lnTo>
                  <a:lnTo>
                    <a:pt x="4072" y="2591"/>
                  </a:lnTo>
                  <a:close/>
                  <a:moveTo>
                    <a:pt x="7422" y="2591"/>
                  </a:moveTo>
                  <a:lnTo>
                    <a:pt x="7422" y="4034"/>
                  </a:lnTo>
                  <a:lnTo>
                    <a:pt x="5986" y="4034"/>
                  </a:lnTo>
                  <a:lnTo>
                    <a:pt x="5986" y="2591"/>
                  </a:lnTo>
                  <a:close/>
                  <a:moveTo>
                    <a:pt x="9337" y="2591"/>
                  </a:moveTo>
                  <a:lnTo>
                    <a:pt x="9344" y="4034"/>
                  </a:lnTo>
                  <a:lnTo>
                    <a:pt x="7901" y="4034"/>
                  </a:lnTo>
                  <a:lnTo>
                    <a:pt x="7901" y="2591"/>
                  </a:lnTo>
                  <a:close/>
                  <a:moveTo>
                    <a:pt x="1915" y="1"/>
                  </a:moveTo>
                  <a:cubicBezTo>
                    <a:pt x="1797" y="1"/>
                    <a:pt x="1679" y="80"/>
                    <a:pt x="1679" y="240"/>
                  </a:cubicBezTo>
                  <a:lnTo>
                    <a:pt x="1679" y="2113"/>
                  </a:lnTo>
                  <a:lnTo>
                    <a:pt x="320" y="2113"/>
                  </a:lnTo>
                  <a:cubicBezTo>
                    <a:pt x="1" y="2113"/>
                    <a:pt x="1" y="2591"/>
                    <a:pt x="320" y="2591"/>
                  </a:cubicBezTo>
                  <a:lnTo>
                    <a:pt x="1679" y="2591"/>
                  </a:lnTo>
                  <a:lnTo>
                    <a:pt x="1679" y="4027"/>
                  </a:lnTo>
                  <a:lnTo>
                    <a:pt x="916" y="4027"/>
                  </a:lnTo>
                  <a:cubicBezTo>
                    <a:pt x="597" y="4027"/>
                    <a:pt x="597" y="4506"/>
                    <a:pt x="916" y="4506"/>
                  </a:cubicBezTo>
                  <a:lnTo>
                    <a:pt x="1679" y="4506"/>
                  </a:lnTo>
                  <a:lnTo>
                    <a:pt x="1679" y="5865"/>
                  </a:lnTo>
                  <a:cubicBezTo>
                    <a:pt x="1679" y="6025"/>
                    <a:pt x="1797" y="6104"/>
                    <a:pt x="1915" y="6104"/>
                  </a:cubicBezTo>
                  <a:cubicBezTo>
                    <a:pt x="2033" y="6104"/>
                    <a:pt x="2151" y="6025"/>
                    <a:pt x="2151" y="5865"/>
                  </a:cubicBezTo>
                  <a:lnTo>
                    <a:pt x="2151" y="4506"/>
                  </a:lnTo>
                  <a:lnTo>
                    <a:pt x="3594" y="4506"/>
                  </a:lnTo>
                  <a:lnTo>
                    <a:pt x="3594" y="5983"/>
                  </a:lnTo>
                  <a:cubicBezTo>
                    <a:pt x="3594" y="6143"/>
                    <a:pt x="3711" y="6222"/>
                    <a:pt x="3830" y="6222"/>
                  </a:cubicBezTo>
                  <a:cubicBezTo>
                    <a:pt x="3949" y="6222"/>
                    <a:pt x="4069" y="6143"/>
                    <a:pt x="4072" y="5983"/>
                  </a:cubicBezTo>
                  <a:lnTo>
                    <a:pt x="4072" y="4506"/>
                  </a:lnTo>
                  <a:lnTo>
                    <a:pt x="5508" y="4506"/>
                  </a:lnTo>
                  <a:lnTo>
                    <a:pt x="5508" y="5983"/>
                  </a:lnTo>
                  <a:cubicBezTo>
                    <a:pt x="5508" y="6143"/>
                    <a:pt x="5628" y="6222"/>
                    <a:pt x="5747" y="6222"/>
                  </a:cubicBezTo>
                  <a:cubicBezTo>
                    <a:pt x="5867" y="6222"/>
                    <a:pt x="5986" y="6143"/>
                    <a:pt x="5986" y="5983"/>
                  </a:cubicBezTo>
                  <a:lnTo>
                    <a:pt x="5986" y="4506"/>
                  </a:lnTo>
                  <a:lnTo>
                    <a:pt x="7422" y="4506"/>
                  </a:lnTo>
                  <a:lnTo>
                    <a:pt x="7422" y="5983"/>
                  </a:lnTo>
                  <a:cubicBezTo>
                    <a:pt x="7422" y="6143"/>
                    <a:pt x="7542" y="6222"/>
                    <a:pt x="7662" y="6222"/>
                  </a:cubicBezTo>
                  <a:cubicBezTo>
                    <a:pt x="7781" y="6222"/>
                    <a:pt x="7901" y="6143"/>
                    <a:pt x="7901" y="5983"/>
                  </a:cubicBezTo>
                  <a:lnTo>
                    <a:pt x="7901" y="4506"/>
                  </a:lnTo>
                  <a:lnTo>
                    <a:pt x="9344" y="4506"/>
                  </a:lnTo>
                  <a:lnTo>
                    <a:pt x="9344" y="5983"/>
                  </a:lnTo>
                  <a:cubicBezTo>
                    <a:pt x="9344" y="6143"/>
                    <a:pt x="9462" y="6222"/>
                    <a:pt x="9579" y="6222"/>
                  </a:cubicBezTo>
                  <a:cubicBezTo>
                    <a:pt x="9697" y="6222"/>
                    <a:pt x="9815" y="6143"/>
                    <a:pt x="9815" y="5983"/>
                  </a:cubicBezTo>
                  <a:lnTo>
                    <a:pt x="9815" y="4506"/>
                  </a:lnTo>
                  <a:lnTo>
                    <a:pt x="10016" y="4506"/>
                  </a:lnTo>
                  <a:cubicBezTo>
                    <a:pt x="10329" y="4506"/>
                    <a:pt x="10329" y="4027"/>
                    <a:pt x="10016" y="4027"/>
                  </a:cubicBezTo>
                  <a:lnTo>
                    <a:pt x="9815" y="4027"/>
                  </a:lnTo>
                  <a:lnTo>
                    <a:pt x="9815" y="2591"/>
                  </a:lnTo>
                  <a:lnTo>
                    <a:pt x="10544" y="2591"/>
                  </a:lnTo>
                  <a:cubicBezTo>
                    <a:pt x="10856" y="2591"/>
                    <a:pt x="10856" y="2113"/>
                    <a:pt x="10544" y="2113"/>
                  </a:cubicBezTo>
                  <a:lnTo>
                    <a:pt x="9815" y="2113"/>
                  </a:lnTo>
                  <a:lnTo>
                    <a:pt x="9815" y="240"/>
                  </a:lnTo>
                  <a:cubicBezTo>
                    <a:pt x="9815" y="80"/>
                    <a:pt x="9696" y="1"/>
                    <a:pt x="9576" y="1"/>
                  </a:cubicBezTo>
                  <a:cubicBezTo>
                    <a:pt x="9456" y="1"/>
                    <a:pt x="9337" y="80"/>
                    <a:pt x="9337" y="240"/>
                  </a:cubicBezTo>
                  <a:lnTo>
                    <a:pt x="9337" y="2113"/>
                  </a:lnTo>
                  <a:lnTo>
                    <a:pt x="7901" y="2113"/>
                  </a:lnTo>
                  <a:lnTo>
                    <a:pt x="7901" y="240"/>
                  </a:lnTo>
                  <a:cubicBezTo>
                    <a:pt x="7901" y="80"/>
                    <a:pt x="7781" y="1"/>
                    <a:pt x="7662" y="1"/>
                  </a:cubicBezTo>
                  <a:cubicBezTo>
                    <a:pt x="7542" y="1"/>
                    <a:pt x="7422" y="80"/>
                    <a:pt x="7422" y="240"/>
                  </a:cubicBezTo>
                  <a:lnTo>
                    <a:pt x="7422" y="2113"/>
                  </a:lnTo>
                  <a:lnTo>
                    <a:pt x="5980" y="2113"/>
                  </a:lnTo>
                  <a:lnTo>
                    <a:pt x="5980" y="240"/>
                  </a:lnTo>
                  <a:cubicBezTo>
                    <a:pt x="5980" y="80"/>
                    <a:pt x="5862" y="1"/>
                    <a:pt x="5744" y="1"/>
                  </a:cubicBezTo>
                  <a:cubicBezTo>
                    <a:pt x="5626" y="1"/>
                    <a:pt x="5508" y="80"/>
                    <a:pt x="5508" y="240"/>
                  </a:cubicBezTo>
                  <a:lnTo>
                    <a:pt x="5508" y="2113"/>
                  </a:lnTo>
                  <a:lnTo>
                    <a:pt x="4072" y="2113"/>
                  </a:lnTo>
                  <a:lnTo>
                    <a:pt x="4072" y="240"/>
                  </a:lnTo>
                  <a:cubicBezTo>
                    <a:pt x="4072" y="80"/>
                    <a:pt x="3954" y="1"/>
                    <a:pt x="3836" y="1"/>
                  </a:cubicBezTo>
                  <a:cubicBezTo>
                    <a:pt x="3718" y="1"/>
                    <a:pt x="3600" y="80"/>
                    <a:pt x="3600" y="240"/>
                  </a:cubicBezTo>
                  <a:lnTo>
                    <a:pt x="3600" y="2113"/>
                  </a:lnTo>
                  <a:lnTo>
                    <a:pt x="2151" y="2113"/>
                  </a:lnTo>
                  <a:lnTo>
                    <a:pt x="2151" y="240"/>
                  </a:lnTo>
                  <a:cubicBezTo>
                    <a:pt x="2151" y="80"/>
                    <a:pt x="2033" y="1"/>
                    <a:pt x="19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6143;p64"/>
            <p:cNvSpPr/>
            <p:nvPr/>
          </p:nvSpPr>
          <p:spPr>
            <a:xfrm>
              <a:off x="2022174" y="3062529"/>
              <a:ext cx="89694" cy="76663"/>
            </a:xfrm>
            <a:custGeom>
              <a:avLst/>
              <a:gdLst/>
              <a:ahLst/>
              <a:cxnLst/>
              <a:rect l="l" t="t" r="r" b="b"/>
              <a:pathLst>
                <a:path w="3414" h="2918" extrusionOk="0">
                  <a:moveTo>
                    <a:pt x="1957" y="0"/>
                  </a:moveTo>
                  <a:cubicBezTo>
                    <a:pt x="653" y="0"/>
                    <a:pt x="1" y="1568"/>
                    <a:pt x="923" y="2490"/>
                  </a:cubicBezTo>
                  <a:cubicBezTo>
                    <a:pt x="1218" y="2786"/>
                    <a:pt x="1583" y="2918"/>
                    <a:pt x="1940" y="2918"/>
                  </a:cubicBezTo>
                  <a:cubicBezTo>
                    <a:pt x="2691" y="2918"/>
                    <a:pt x="3413" y="2335"/>
                    <a:pt x="3413" y="1457"/>
                  </a:cubicBezTo>
                  <a:cubicBezTo>
                    <a:pt x="3413" y="652"/>
                    <a:pt x="2761" y="0"/>
                    <a:pt x="19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6144;p64"/>
            <p:cNvSpPr/>
            <p:nvPr/>
          </p:nvSpPr>
          <p:spPr>
            <a:xfrm>
              <a:off x="2050233" y="3083284"/>
              <a:ext cx="40670" cy="34969"/>
            </a:xfrm>
            <a:custGeom>
              <a:avLst/>
              <a:gdLst/>
              <a:ahLst/>
              <a:cxnLst/>
              <a:rect l="l" t="t" r="r" b="b"/>
              <a:pathLst>
                <a:path w="1548" h="1331" extrusionOk="0">
                  <a:moveTo>
                    <a:pt x="889" y="1"/>
                  </a:moveTo>
                  <a:cubicBezTo>
                    <a:pt x="299" y="1"/>
                    <a:pt x="1" y="715"/>
                    <a:pt x="417" y="1131"/>
                  </a:cubicBezTo>
                  <a:cubicBezTo>
                    <a:pt x="552" y="1269"/>
                    <a:pt x="719" y="1330"/>
                    <a:pt x="882" y="1330"/>
                  </a:cubicBezTo>
                  <a:cubicBezTo>
                    <a:pt x="1222" y="1330"/>
                    <a:pt x="1547" y="1065"/>
                    <a:pt x="1547" y="667"/>
                  </a:cubicBezTo>
                  <a:cubicBezTo>
                    <a:pt x="1547" y="299"/>
                    <a:pt x="1249" y="1"/>
                    <a:pt x="8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6145;p64"/>
            <p:cNvSpPr/>
            <p:nvPr/>
          </p:nvSpPr>
          <p:spPr>
            <a:xfrm>
              <a:off x="2174344" y="3062529"/>
              <a:ext cx="89668" cy="76663"/>
            </a:xfrm>
            <a:custGeom>
              <a:avLst/>
              <a:gdLst/>
              <a:ahLst/>
              <a:cxnLst/>
              <a:rect l="l" t="t" r="r" b="b"/>
              <a:pathLst>
                <a:path w="3413" h="2918" extrusionOk="0">
                  <a:moveTo>
                    <a:pt x="1956" y="0"/>
                  </a:moveTo>
                  <a:cubicBezTo>
                    <a:pt x="652" y="0"/>
                    <a:pt x="0" y="1568"/>
                    <a:pt x="923" y="2490"/>
                  </a:cubicBezTo>
                  <a:cubicBezTo>
                    <a:pt x="1218" y="2786"/>
                    <a:pt x="1582" y="2918"/>
                    <a:pt x="1940" y="2918"/>
                  </a:cubicBezTo>
                  <a:cubicBezTo>
                    <a:pt x="2691" y="2918"/>
                    <a:pt x="3413" y="2335"/>
                    <a:pt x="3413" y="1457"/>
                  </a:cubicBezTo>
                  <a:cubicBezTo>
                    <a:pt x="3413" y="652"/>
                    <a:pt x="2761" y="0"/>
                    <a:pt x="19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6146;p64"/>
            <p:cNvSpPr/>
            <p:nvPr/>
          </p:nvSpPr>
          <p:spPr>
            <a:xfrm>
              <a:off x="2202219" y="3083284"/>
              <a:ext cx="40854" cy="34969"/>
            </a:xfrm>
            <a:custGeom>
              <a:avLst/>
              <a:gdLst/>
              <a:ahLst/>
              <a:cxnLst/>
              <a:rect l="l" t="t" r="r" b="b"/>
              <a:pathLst>
                <a:path w="1555" h="1331" extrusionOk="0">
                  <a:moveTo>
                    <a:pt x="888" y="1"/>
                  </a:moveTo>
                  <a:cubicBezTo>
                    <a:pt x="299" y="1"/>
                    <a:pt x="0" y="715"/>
                    <a:pt x="417" y="1131"/>
                  </a:cubicBezTo>
                  <a:cubicBezTo>
                    <a:pt x="554" y="1269"/>
                    <a:pt x="722" y="1330"/>
                    <a:pt x="887" y="1330"/>
                  </a:cubicBezTo>
                  <a:cubicBezTo>
                    <a:pt x="1228" y="1330"/>
                    <a:pt x="1554" y="1065"/>
                    <a:pt x="1554" y="667"/>
                  </a:cubicBezTo>
                  <a:cubicBezTo>
                    <a:pt x="1554" y="299"/>
                    <a:pt x="1256" y="1"/>
                    <a:pt x="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6147;p64"/>
            <p:cNvSpPr/>
            <p:nvPr/>
          </p:nvSpPr>
          <p:spPr>
            <a:xfrm>
              <a:off x="1995376" y="2792632"/>
              <a:ext cx="335158" cy="174975"/>
            </a:xfrm>
            <a:custGeom>
              <a:avLst/>
              <a:gdLst/>
              <a:ahLst/>
              <a:cxnLst/>
              <a:rect l="l" t="t" r="r" b="b"/>
              <a:pathLst>
                <a:path w="12757" h="6660" extrusionOk="0">
                  <a:moveTo>
                    <a:pt x="1" y="1"/>
                  </a:moveTo>
                  <a:lnTo>
                    <a:pt x="445" y="1263"/>
                  </a:lnTo>
                  <a:lnTo>
                    <a:pt x="11335" y="1263"/>
                  </a:lnTo>
                  <a:lnTo>
                    <a:pt x="10086" y="6659"/>
                  </a:lnTo>
                  <a:lnTo>
                    <a:pt x="11390" y="6659"/>
                  </a:lnTo>
                  <a:lnTo>
                    <a:pt x="12576" y="1506"/>
                  </a:lnTo>
                  <a:cubicBezTo>
                    <a:pt x="12757" y="736"/>
                    <a:pt x="12167" y="1"/>
                    <a:pt x="113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6148;p64"/>
            <p:cNvSpPr/>
            <p:nvPr/>
          </p:nvSpPr>
          <p:spPr>
            <a:xfrm>
              <a:off x="2273654" y="2792632"/>
              <a:ext cx="56696" cy="174975"/>
            </a:xfrm>
            <a:custGeom>
              <a:avLst/>
              <a:gdLst/>
              <a:ahLst/>
              <a:cxnLst/>
              <a:rect l="l" t="t" r="r" b="b"/>
              <a:pathLst>
                <a:path w="2158" h="6660" extrusionOk="0">
                  <a:moveTo>
                    <a:pt x="0" y="1"/>
                  </a:moveTo>
                  <a:cubicBezTo>
                    <a:pt x="791" y="1"/>
                    <a:pt x="1374" y="736"/>
                    <a:pt x="1200" y="1506"/>
                  </a:cubicBezTo>
                  <a:lnTo>
                    <a:pt x="14" y="6659"/>
                  </a:lnTo>
                  <a:lnTo>
                    <a:pt x="791" y="6659"/>
                  </a:lnTo>
                  <a:lnTo>
                    <a:pt x="1977" y="1506"/>
                  </a:lnTo>
                  <a:cubicBezTo>
                    <a:pt x="2158" y="736"/>
                    <a:pt x="1575" y="1"/>
                    <a:pt x="7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6149;p64"/>
            <p:cNvSpPr/>
            <p:nvPr/>
          </p:nvSpPr>
          <p:spPr>
            <a:xfrm>
              <a:off x="1913012" y="2764940"/>
              <a:ext cx="412610" cy="236006"/>
            </a:xfrm>
            <a:custGeom>
              <a:avLst/>
              <a:gdLst/>
              <a:ahLst/>
              <a:cxnLst/>
              <a:rect l="l" t="t" r="r" b="b"/>
              <a:pathLst>
                <a:path w="15705" h="8983" extrusionOk="0">
                  <a:moveTo>
                    <a:pt x="632" y="0"/>
                  </a:moveTo>
                  <a:cubicBezTo>
                    <a:pt x="278" y="0"/>
                    <a:pt x="1" y="285"/>
                    <a:pt x="1" y="631"/>
                  </a:cubicBezTo>
                  <a:cubicBezTo>
                    <a:pt x="1" y="978"/>
                    <a:pt x="278" y="1263"/>
                    <a:pt x="632" y="1263"/>
                  </a:cubicBezTo>
                  <a:lnTo>
                    <a:pt x="1769" y="1263"/>
                  </a:lnTo>
                  <a:cubicBezTo>
                    <a:pt x="1825" y="1263"/>
                    <a:pt x="1880" y="1297"/>
                    <a:pt x="1901" y="1353"/>
                  </a:cubicBezTo>
                  <a:lnTo>
                    <a:pt x="4045" y="7408"/>
                  </a:lnTo>
                  <a:cubicBezTo>
                    <a:pt x="4447" y="8358"/>
                    <a:pt x="5383" y="8983"/>
                    <a:pt x="6417" y="8983"/>
                  </a:cubicBezTo>
                  <a:lnTo>
                    <a:pt x="15073" y="8983"/>
                  </a:lnTo>
                  <a:cubicBezTo>
                    <a:pt x="15420" y="8983"/>
                    <a:pt x="15704" y="8698"/>
                    <a:pt x="15704" y="8344"/>
                  </a:cubicBezTo>
                  <a:cubicBezTo>
                    <a:pt x="15704" y="7998"/>
                    <a:pt x="15420" y="7713"/>
                    <a:pt x="15073" y="7713"/>
                  </a:cubicBezTo>
                  <a:lnTo>
                    <a:pt x="6417" y="7713"/>
                  </a:lnTo>
                  <a:cubicBezTo>
                    <a:pt x="5890" y="7713"/>
                    <a:pt x="5411" y="7401"/>
                    <a:pt x="5203" y="6909"/>
                  </a:cubicBezTo>
                  <a:lnTo>
                    <a:pt x="3060" y="853"/>
                  </a:lnTo>
                  <a:cubicBezTo>
                    <a:pt x="2845" y="340"/>
                    <a:pt x="2331" y="0"/>
                    <a:pt x="17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6150;p64"/>
            <p:cNvSpPr/>
            <p:nvPr/>
          </p:nvSpPr>
          <p:spPr>
            <a:xfrm>
              <a:off x="2026903" y="2967580"/>
              <a:ext cx="299270" cy="33182"/>
            </a:xfrm>
            <a:custGeom>
              <a:avLst/>
              <a:gdLst/>
              <a:ahLst/>
              <a:cxnLst/>
              <a:rect l="l" t="t" r="r" b="b"/>
              <a:pathLst>
                <a:path w="11391" h="1263" extrusionOk="0">
                  <a:moveTo>
                    <a:pt x="10801" y="0"/>
                  </a:moveTo>
                  <a:cubicBezTo>
                    <a:pt x="10807" y="21"/>
                    <a:pt x="10807" y="42"/>
                    <a:pt x="10801" y="63"/>
                  </a:cubicBezTo>
                  <a:cubicBezTo>
                    <a:pt x="10801" y="409"/>
                    <a:pt x="10523" y="694"/>
                    <a:pt x="10169" y="694"/>
                  </a:cubicBezTo>
                  <a:lnTo>
                    <a:pt x="1513" y="694"/>
                  </a:lnTo>
                  <a:cubicBezTo>
                    <a:pt x="972" y="694"/>
                    <a:pt x="438" y="520"/>
                    <a:pt x="1" y="201"/>
                  </a:cubicBezTo>
                  <a:lnTo>
                    <a:pt x="1" y="201"/>
                  </a:lnTo>
                  <a:cubicBezTo>
                    <a:pt x="479" y="867"/>
                    <a:pt x="1256" y="1263"/>
                    <a:pt x="2082" y="1263"/>
                  </a:cubicBezTo>
                  <a:lnTo>
                    <a:pt x="10738" y="1263"/>
                  </a:lnTo>
                  <a:cubicBezTo>
                    <a:pt x="11078" y="1263"/>
                    <a:pt x="11355" y="999"/>
                    <a:pt x="11376" y="659"/>
                  </a:cubicBezTo>
                  <a:cubicBezTo>
                    <a:pt x="11390" y="319"/>
                    <a:pt x="11140" y="28"/>
                    <a:pt x="108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7" name="Google Shape;6151;p64"/>
            <p:cNvSpPr/>
            <p:nvPr/>
          </p:nvSpPr>
          <p:spPr>
            <a:xfrm>
              <a:off x="1994483" y="2978326"/>
              <a:ext cx="287027" cy="92427"/>
            </a:xfrm>
            <a:custGeom>
              <a:avLst/>
              <a:gdLst/>
              <a:ahLst/>
              <a:cxnLst/>
              <a:rect l="l" t="t" r="r" b="b"/>
              <a:pathLst>
                <a:path w="10925" h="3518" extrusionOk="0">
                  <a:moveTo>
                    <a:pt x="1401" y="0"/>
                  </a:moveTo>
                  <a:lnTo>
                    <a:pt x="763" y="923"/>
                  </a:lnTo>
                  <a:cubicBezTo>
                    <a:pt x="0" y="2019"/>
                    <a:pt x="784" y="3517"/>
                    <a:pt x="2123" y="3517"/>
                  </a:cubicBezTo>
                  <a:lnTo>
                    <a:pt x="10287" y="3517"/>
                  </a:lnTo>
                  <a:cubicBezTo>
                    <a:pt x="10640" y="3517"/>
                    <a:pt x="10925" y="3233"/>
                    <a:pt x="10925" y="2886"/>
                  </a:cubicBezTo>
                  <a:cubicBezTo>
                    <a:pt x="10925" y="2539"/>
                    <a:pt x="10640" y="2255"/>
                    <a:pt x="10287" y="2255"/>
                  </a:cubicBezTo>
                  <a:lnTo>
                    <a:pt x="2123" y="2255"/>
                  </a:lnTo>
                  <a:cubicBezTo>
                    <a:pt x="1804" y="2255"/>
                    <a:pt x="1623" y="1901"/>
                    <a:pt x="1797" y="1644"/>
                  </a:cubicBezTo>
                  <a:lnTo>
                    <a:pt x="2449" y="701"/>
                  </a:lnTo>
                  <a:cubicBezTo>
                    <a:pt x="2046" y="562"/>
                    <a:pt x="1686" y="320"/>
                    <a:pt x="14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8" name="Google Shape;6152;p64"/>
            <p:cNvSpPr/>
            <p:nvPr/>
          </p:nvSpPr>
          <p:spPr>
            <a:xfrm>
              <a:off x="2003757" y="3021518"/>
              <a:ext cx="277569" cy="49235"/>
            </a:xfrm>
            <a:custGeom>
              <a:avLst/>
              <a:gdLst/>
              <a:ahLst/>
              <a:cxnLst/>
              <a:rect l="l" t="t" r="r" b="b"/>
              <a:pathLst>
                <a:path w="10565" h="1874" extrusionOk="0">
                  <a:moveTo>
                    <a:pt x="126" y="0"/>
                  </a:moveTo>
                  <a:cubicBezTo>
                    <a:pt x="1" y="951"/>
                    <a:pt x="708" y="1811"/>
                    <a:pt x="1666" y="1873"/>
                  </a:cubicBezTo>
                  <a:lnTo>
                    <a:pt x="9455" y="1873"/>
                  </a:lnTo>
                  <a:cubicBezTo>
                    <a:pt x="9892" y="1873"/>
                    <a:pt x="10058" y="1859"/>
                    <a:pt x="10142" y="1838"/>
                  </a:cubicBezTo>
                  <a:cubicBezTo>
                    <a:pt x="10169" y="1825"/>
                    <a:pt x="10204" y="1811"/>
                    <a:pt x="10232" y="1797"/>
                  </a:cubicBezTo>
                  <a:lnTo>
                    <a:pt x="10253" y="1783"/>
                  </a:lnTo>
                  <a:cubicBezTo>
                    <a:pt x="10273" y="1776"/>
                    <a:pt x="10294" y="1755"/>
                    <a:pt x="10315" y="1741"/>
                  </a:cubicBezTo>
                  <a:lnTo>
                    <a:pt x="10322" y="1741"/>
                  </a:lnTo>
                  <a:lnTo>
                    <a:pt x="10350" y="1714"/>
                  </a:lnTo>
                  <a:lnTo>
                    <a:pt x="10357" y="1707"/>
                  </a:lnTo>
                  <a:cubicBezTo>
                    <a:pt x="10371" y="1693"/>
                    <a:pt x="10384" y="1679"/>
                    <a:pt x="10398" y="1665"/>
                  </a:cubicBezTo>
                  <a:lnTo>
                    <a:pt x="10412" y="1651"/>
                  </a:lnTo>
                  <a:lnTo>
                    <a:pt x="10433" y="1630"/>
                  </a:lnTo>
                  <a:lnTo>
                    <a:pt x="10447" y="1610"/>
                  </a:lnTo>
                  <a:lnTo>
                    <a:pt x="10468" y="1575"/>
                  </a:lnTo>
                  <a:lnTo>
                    <a:pt x="10482" y="1547"/>
                  </a:lnTo>
                  <a:lnTo>
                    <a:pt x="10495" y="1526"/>
                  </a:lnTo>
                  <a:lnTo>
                    <a:pt x="10509" y="1499"/>
                  </a:lnTo>
                  <a:lnTo>
                    <a:pt x="10523" y="1471"/>
                  </a:lnTo>
                  <a:cubicBezTo>
                    <a:pt x="10523" y="1464"/>
                    <a:pt x="10530" y="1450"/>
                    <a:pt x="10537" y="1436"/>
                  </a:cubicBezTo>
                  <a:lnTo>
                    <a:pt x="10544" y="1415"/>
                  </a:lnTo>
                  <a:cubicBezTo>
                    <a:pt x="10544" y="1401"/>
                    <a:pt x="10551" y="1388"/>
                    <a:pt x="10551" y="1374"/>
                  </a:cubicBezTo>
                  <a:lnTo>
                    <a:pt x="10551" y="1360"/>
                  </a:lnTo>
                  <a:cubicBezTo>
                    <a:pt x="10551" y="1346"/>
                    <a:pt x="10558" y="1325"/>
                    <a:pt x="10558" y="1311"/>
                  </a:cubicBezTo>
                  <a:lnTo>
                    <a:pt x="10558" y="1297"/>
                  </a:lnTo>
                  <a:lnTo>
                    <a:pt x="10558" y="1235"/>
                  </a:lnTo>
                  <a:cubicBezTo>
                    <a:pt x="10565" y="1221"/>
                    <a:pt x="10565" y="1200"/>
                    <a:pt x="10565" y="1180"/>
                  </a:cubicBezTo>
                  <a:cubicBezTo>
                    <a:pt x="10565" y="1159"/>
                    <a:pt x="10558" y="1145"/>
                    <a:pt x="10558" y="1124"/>
                  </a:cubicBezTo>
                  <a:lnTo>
                    <a:pt x="10558" y="1117"/>
                  </a:lnTo>
                  <a:cubicBezTo>
                    <a:pt x="10551" y="1075"/>
                    <a:pt x="10537" y="1034"/>
                    <a:pt x="10523" y="999"/>
                  </a:cubicBezTo>
                  <a:cubicBezTo>
                    <a:pt x="10384" y="1186"/>
                    <a:pt x="10169" y="1304"/>
                    <a:pt x="9941" y="1325"/>
                  </a:cubicBezTo>
                  <a:lnTo>
                    <a:pt x="1770" y="1325"/>
                  </a:lnTo>
                  <a:cubicBezTo>
                    <a:pt x="979" y="1311"/>
                    <a:pt x="306" y="763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9" name="Google Shape;6153;p64"/>
            <p:cNvSpPr/>
            <p:nvPr/>
          </p:nvSpPr>
          <p:spPr>
            <a:xfrm>
              <a:off x="2020361" y="2978326"/>
              <a:ext cx="38463" cy="32841"/>
            </a:xfrm>
            <a:custGeom>
              <a:avLst/>
              <a:gdLst/>
              <a:ahLst/>
              <a:cxnLst/>
              <a:rect l="l" t="t" r="r" b="b"/>
              <a:pathLst>
                <a:path w="1464" h="1250" extrusionOk="0">
                  <a:moveTo>
                    <a:pt x="416" y="0"/>
                  </a:moveTo>
                  <a:lnTo>
                    <a:pt x="0" y="604"/>
                  </a:lnTo>
                  <a:cubicBezTo>
                    <a:pt x="305" y="902"/>
                    <a:pt x="673" y="1124"/>
                    <a:pt x="1089" y="1249"/>
                  </a:cubicBezTo>
                  <a:lnTo>
                    <a:pt x="1464" y="701"/>
                  </a:lnTo>
                  <a:cubicBezTo>
                    <a:pt x="1061" y="562"/>
                    <a:pt x="701" y="320"/>
                    <a:pt x="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722" name="Google Shape;722;p47"/>
          <p:cNvSpPr txBox="1">
            <a:spLocks noGrp="1"/>
          </p:cNvSpPr>
          <p:nvPr>
            <p:ph type="title"/>
          </p:nvPr>
        </p:nvSpPr>
        <p:spPr>
          <a:xfrm>
            <a:off x="2772124" y="836562"/>
            <a:ext cx="8784000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Lists</a:t>
            </a:r>
            <a:r>
              <a:rPr lang="fr-F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fr-F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– The </a:t>
            </a:r>
            <a:r>
              <a:rPr lang="fr-FR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Dynamic</a:t>
            </a:r>
            <a:r>
              <a:rPr lang="fr-F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Structure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727" name="Google Shape;727;p47"/>
          <p:cNvPicPr preferRelativeResize="0"/>
          <p:nvPr/>
        </p:nvPicPr>
        <p:blipFill rotWithShape="1">
          <a:blip r:embed="rId3">
            <a:alphaModFix/>
          </a:blip>
          <a:srcRect l="61241" r="15108"/>
          <a:stretch/>
        </p:blipFill>
        <p:spPr>
          <a:xfrm>
            <a:off x="1" y="0"/>
            <a:ext cx="24309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8" name="Google Shape;728;p47"/>
          <p:cNvGrpSpPr/>
          <p:nvPr/>
        </p:nvGrpSpPr>
        <p:grpSpPr>
          <a:xfrm>
            <a:off x="1631131" y="6070912"/>
            <a:ext cx="2747672" cy="433595"/>
            <a:chOff x="1156673" y="4600809"/>
            <a:chExt cx="1015032" cy="325196"/>
          </a:xfrm>
        </p:grpSpPr>
        <p:sp>
          <p:nvSpPr>
            <p:cNvPr id="729" name="Google Shape;729;p47"/>
            <p:cNvSpPr/>
            <p:nvPr/>
          </p:nvSpPr>
          <p:spPr>
            <a:xfrm>
              <a:off x="1937576" y="4600809"/>
              <a:ext cx="234129" cy="75728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30" name="Google Shape;730;p47"/>
            <p:cNvSpPr/>
            <p:nvPr/>
          </p:nvSpPr>
          <p:spPr>
            <a:xfrm>
              <a:off x="1394514" y="4600809"/>
              <a:ext cx="440870" cy="75728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31" name="Google Shape;731;p47"/>
            <p:cNvSpPr/>
            <p:nvPr/>
          </p:nvSpPr>
          <p:spPr>
            <a:xfrm>
              <a:off x="1156673" y="4725738"/>
              <a:ext cx="474774" cy="75767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32" name="Google Shape;732;p47"/>
            <p:cNvSpPr/>
            <p:nvPr/>
          </p:nvSpPr>
          <p:spPr>
            <a:xfrm>
              <a:off x="1718307" y="4725738"/>
              <a:ext cx="453393" cy="75767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33" name="Google Shape;733;p47"/>
            <p:cNvSpPr/>
            <p:nvPr/>
          </p:nvSpPr>
          <p:spPr>
            <a:xfrm>
              <a:off x="1536688" y="4850706"/>
              <a:ext cx="635008" cy="75299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52035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835781"/>
              </p:ext>
            </p:extLst>
          </p:nvPr>
        </p:nvGraphicFramePr>
        <p:xfrm>
          <a:off x="4614504" y="5283966"/>
          <a:ext cx="5974365" cy="75196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194873"/>
                <a:gridCol w="1194873"/>
                <a:gridCol w="1194873"/>
                <a:gridCol w="1194873"/>
                <a:gridCol w="119487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Index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 err="1" smtClean="0">
                          <a:solidFill>
                            <a:schemeClr val="bg1"/>
                          </a:solidFill>
                        </a:rPr>
                        <a:t>milk</a:t>
                      </a:r>
                      <a:endParaRPr lang="fr-FR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 err="1" smtClean="0">
                          <a:solidFill>
                            <a:schemeClr val="bg1"/>
                          </a:solidFill>
                        </a:rPr>
                        <a:t>bread</a:t>
                      </a:r>
                      <a:endParaRPr lang="fr-FR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 err="1" smtClean="0">
                          <a:solidFill>
                            <a:schemeClr val="bg1"/>
                          </a:solidFill>
                        </a:rPr>
                        <a:t>eggs</a:t>
                      </a:r>
                      <a:endParaRPr lang="fr-FR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 err="1" smtClean="0">
                          <a:solidFill>
                            <a:schemeClr val="bg1"/>
                          </a:solidFill>
                        </a:rPr>
                        <a:t>cheese</a:t>
                      </a:r>
                      <a:endParaRPr lang="fr-FR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871675" y="2335501"/>
            <a:ext cx="9057166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List: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An ordered, mutable 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collection of 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items. </a:t>
            </a:r>
            <a:endParaRPr lang="en-US" dirty="0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Usage</a:t>
            </a: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: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Storing a 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shopping list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, a record of daily temperatures.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Core Operations: 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Adding (append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               removing 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(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remove)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               accessing by index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.</a:t>
            </a:r>
            <a:endParaRPr lang="fr-FR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3590875" y="5424524"/>
            <a:ext cx="788275" cy="646388"/>
            <a:chOff x="3590875" y="5424524"/>
            <a:chExt cx="788275" cy="646388"/>
          </a:xfrm>
        </p:grpSpPr>
        <p:sp>
          <p:nvSpPr>
            <p:cNvPr id="28" name="Google Shape;6142;p64"/>
            <p:cNvSpPr/>
            <p:nvPr/>
          </p:nvSpPr>
          <p:spPr>
            <a:xfrm>
              <a:off x="3775295" y="5508698"/>
              <a:ext cx="538480" cy="282378"/>
            </a:xfrm>
            <a:custGeom>
              <a:avLst/>
              <a:gdLst/>
              <a:ahLst/>
              <a:cxnLst/>
              <a:rect l="l" t="t" r="r" b="b"/>
              <a:pathLst>
                <a:path w="10856" h="6223" extrusionOk="0">
                  <a:moveTo>
                    <a:pt x="3594" y="2591"/>
                  </a:moveTo>
                  <a:lnTo>
                    <a:pt x="3594" y="4034"/>
                  </a:lnTo>
                  <a:lnTo>
                    <a:pt x="2151" y="4034"/>
                  </a:lnTo>
                  <a:lnTo>
                    <a:pt x="2151" y="2591"/>
                  </a:lnTo>
                  <a:close/>
                  <a:moveTo>
                    <a:pt x="5508" y="2591"/>
                  </a:moveTo>
                  <a:lnTo>
                    <a:pt x="5508" y="4034"/>
                  </a:lnTo>
                  <a:lnTo>
                    <a:pt x="4072" y="4034"/>
                  </a:lnTo>
                  <a:lnTo>
                    <a:pt x="4072" y="2591"/>
                  </a:lnTo>
                  <a:close/>
                  <a:moveTo>
                    <a:pt x="7422" y="2591"/>
                  </a:moveTo>
                  <a:lnTo>
                    <a:pt x="7422" y="4034"/>
                  </a:lnTo>
                  <a:lnTo>
                    <a:pt x="5986" y="4034"/>
                  </a:lnTo>
                  <a:lnTo>
                    <a:pt x="5986" y="2591"/>
                  </a:lnTo>
                  <a:close/>
                  <a:moveTo>
                    <a:pt x="9337" y="2591"/>
                  </a:moveTo>
                  <a:lnTo>
                    <a:pt x="9344" y="4034"/>
                  </a:lnTo>
                  <a:lnTo>
                    <a:pt x="7901" y="4034"/>
                  </a:lnTo>
                  <a:lnTo>
                    <a:pt x="7901" y="2591"/>
                  </a:lnTo>
                  <a:close/>
                  <a:moveTo>
                    <a:pt x="1915" y="1"/>
                  </a:moveTo>
                  <a:cubicBezTo>
                    <a:pt x="1797" y="1"/>
                    <a:pt x="1679" y="80"/>
                    <a:pt x="1679" y="240"/>
                  </a:cubicBezTo>
                  <a:lnTo>
                    <a:pt x="1679" y="2113"/>
                  </a:lnTo>
                  <a:lnTo>
                    <a:pt x="320" y="2113"/>
                  </a:lnTo>
                  <a:cubicBezTo>
                    <a:pt x="1" y="2113"/>
                    <a:pt x="1" y="2591"/>
                    <a:pt x="320" y="2591"/>
                  </a:cubicBezTo>
                  <a:lnTo>
                    <a:pt x="1679" y="2591"/>
                  </a:lnTo>
                  <a:lnTo>
                    <a:pt x="1679" y="4027"/>
                  </a:lnTo>
                  <a:lnTo>
                    <a:pt x="916" y="4027"/>
                  </a:lnTo>
                  <a:cubicBezTo>
                    <a:pt x="597" y="4027"/>
                    <a:pt x="597" y="4506"/>
                    <a:pt x="916" y="4506"/>
                  </a:cubicBezTo>
                  <a:lnTo>
                    <a:pt x="1679" y="4506"/>
                  </a:lnTo>
                  <a:lnTo>
                    <a:pt x="1679" y="5865"/>
                  </a:lnTo>
                  <a:cubicBezTo>
                    <a:pt x="1679" y="6025"/>
                    <a:pt x="1797" y="6104"/>
                    <a:pt x="1915" y="6104"/>
                  </a:cubicBezTo>
                  <a:cubicBezTo>
                    <a:pt x="2033" y="6104"/>
                    <a:pt x="2151" y="6025"/>
                    <a:pt x="2151" y="5865"/>
                  </a:cubicBezTo>
                  <a:lnTo>
                    <a:pt x="2151" y="4506"/>
                  </a:lnTo>
                  <a:lnTo>
                    <a:pt x="3594" y="4506"/>
                  </a:lnTo>
                  <a:lnTo>
                    <a:pt x="3594" y="5983"/>
                  </a:lnTo>
                  <a:cubicBezTo>
                    <a:pt x="3594" y="6143"/>
                    <a:pt x="3711" y="6222"/>
                    <a:pt x="3830" y="6222"/>
                  </a:cubicBezTo>
                  <a:cubicBezTo>
                    <a:pt x="3949" y="6222"/>
                    <a:pt x="4069" y="6143"/>
                    <a:pt x="4072" y="5983"/>
                  </a:cubicBezTo>
                  <a:lnTo>
                    <a:pt x="4072" y="4506"/>
                  </a:lnTo>
                  <a:lnTo>
                    <a:pt x="5508" y="4506"/>
                  </a:lnTo>
                  <a:lnTo>
                    <a:pt x="5508" y="5983"/>
                  </a:lnTo>
                  <a:cubicBezTo>
                    <a:pt x="5508" y="6143"/>
                    <a:pt x="5628" y="6222"/>
                    <a:pt x="5747" y="6222"/>
                  </a:cubicBezTo>
                  <a:cubicBezTo>
                    <a:pt x="5867" y="6222"/>
                    <a:pt x="5986" y="6143"/>
                    <a:pt x="5986" y="5983"/>
                  </a:cubicBezTo>
                  <a:lnTo>
                    <a:pt x="5986" y="4506"/>
                  </a:lnTo>
                  <a:lnTo>
                    <a:pt x="7422" y="4506"/>
                  </a:lnTo>
                  <a:lnTo>
                    <a:pt x="7422" y="5983"/>
                  </a:lnTo>
                  <a:cubicBezTo>
                    <a:pt x="7422" y="6143"/>
                    <a:pt x="7542" y="6222"/>
                    <a:pt x="7662" y="6222"/>
                  </a:cubicBezTo>
                  <a:cubicBezTo>
                    <a:pt x="7781" y="6222"/>
                    <a:pt x="7901" y="6143"/>
                    <a:pt x="7901" y="5983"/>
                  </a:cubicBezTo>
                  <a:lnTo>
                    <a:pt x="7901" y="4506"/>
                  </a:lnTo>
                  <a:lnTo>
                    <a:pt x="9344" y="4506"/>
                  </a:lnTo>
                  <a:lnTo>
                    <a:pt x="9344" y="5983"/>
                  </a:lnTo>
                  <a:cubicBezTo>
                    <a:pt x="9344" y="6143"/>
                    <a:pt x="9462" y="6222"/>
                    <a:pt x="9579" y="6222"/>
                  </a:cubicBezTo>
                  <a:cubicBezTo>
                    <a:pt x="9697" y="6222"/>
                    <a:pt x="9815" y="6143"/>
                    <a:pt x="9815" y="5983"/>
                  </a:cubicBezTo>
                  <a:lnTo>
                    <a:pt x="9815" y="4506"/>
                  </a:lnTo>
                  <a:lnTo>
                    <a:pt x="10016" y="4506"/>
                  </a:lnTo>
                  <a:cubicBezTo>
                    <a:pt x="10329" y="4506"/>
                    <a:pt x="10329" y="4027"/>
                    <a:pt x="10016" y="4027"/>
                  </a:cubicBezTo>
                  <a:lnTo>
                    <a:pt x="9815" y="4027"/>
                  </a:lnTo>
                  <a:lnTo>
                    <a:pt x="9815" y="2591"/>
                  </a:lnTo>
                  <a:lnTo>
                    <a:pt x="10544" y="2591"/>
                  </a:lnTo>
                  <a:cubicBezTo>
                    <a:pt x="10856" y="2591"/>
                    <a:pt x="10856" y="2113"/>
                    <a:pt x="10544" y="2113"/>
                  </a:cubicBezTo>
                  <a:lnTo>
                    <a:pt x="9815" y="2113"/>
                  </a:lnTo>
                  <a:lnTo>
                    <a:pt x="9815" y="240"/>
                  </a:lnTo>
                  <a:cubicBezTo>
                    <a:pt x="9815" y="80"/>
                    <a:pt x="9696" y="1"/>
                    <a:pt x="9576" y="1"/>
                  </a:cubicBezTo>
                  <a:cubicBezTo>
                    <a:pt x="9456" y="1"/>
                    <a:pt x="9337" y="80"/>
                    <a:pt x="9337" y="240"/>
                  </a:cubicBezTo>
                  <a:lnTo>
                    <a:pt x="9337" y="2113"/>
                  </a:lnTo>
                  <a:lnTo>
                    <a:pt x="7901" y="2113"/>
                  </a:lnTo>
                  <a:lnTo>
                    <a:pt x="7901" y="240"/>
                  </a:lnTo>
                  <a:cubicBezTo>
                    <a:pt x="7901" y="80"/>
                    <a:pt x="7781" y="1"/>
                    <a:pt x="7662" y="1"/>
                  </a:cubicBezTo>
                  <a:cubicBezTo>
                    <a:pt x="7542" y="1"/>
                    <a:pt x="7422" y="80"/>
                    <a:pt x="7422" y="240"/>
                  </a:cubicBezTo>
                  <a:lnTo>
                    <a:pt x="7422" y="2113"/>
                  </a:lnTo>
                  <a:lnTo>
                    <a:pt x="5980" y="2113"/>
                  </a:lnTo>
                  <a:lnTo>
                    <a:pt x="5980" y="240"/>
                  </a:lnTo>
                  <a:cubicBezTo>
                    <a:pt x="5980" y="80"/>
                    <a:pt x="5862" y="1"/>
                    <a:pt x="5744" y="1"/>
                  </a:cubicBezTo>
                  <a:cubicBezTo>
                    <a:pt x="5626" y="1"/>
                    <a:pt x="5508" y="80"/>
                    <a:pt x="5508" y="240"/>
                  </a:cubicBezTo>
                  <a:lnTo>
                    <a:pt x="5508" y="2113"/>
                  </a:lnTo>
                  <a:lnTo>
                    <a:pt x="4072" y="2113"/>
                  </a:lnTo>
                  <a:lnTo>
                    <a:pt x="4072" y="240"/>
                  </a:lnTo>
                  <a:cubicBezTo>
                    <a:pt x="4072" y="80"/>
                    <a:pt x="3954" y="1"/>
                    <a:pt x="3836" y="1"/>
                  </a:cubicBezTo>
                  <a:cubicBezTo>
                    <a:pt x="3718" y="1"/>
                    <a:pt x="3600" y="80"/>
                    <a:pt x="3600" y="240"/>
                  </a:cubicBezTo>
                  <a:lnTo>
                    <a:pt x="3600" y="2113"/>
                  </a:lnTo>
                  <a:lnTo>
                    <a:pt x="2151" y="2113"/>
                  </a:lnTo>
                  <a:lnTo>
                    <a:pt x="2151" y="240"/>
                  </a:lnTo>
                  <a:cubicBezTo>
                    <a:pt x="2151" y="80"/>
                    <a:pt x="2033" y="1"/>
                    <a:pt x="191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6143;p64"/>
            <p:cNvSpPr/>
            <p:nvPr/>
          </p:nvSpPr>
          <p:spPr>
            <a:xfrm>
              <a:off x="3796971" y="5938504"/>
              <a:ext cx="169341" cy="132408"/>
            </a:xfrm>
            <a:custGeom>
              <a:avLst/>
              <a:gdLst/>
              <a:ahLst/>
              <a:cxnLst/>
              <a:rect l="l" t="t" r="r" b="b"/>
              <a:pathLst>
                <a:path w="3414" h="2918" extrusionOk="0">
                  <a:moveTo>
                    <a:pt x="1957" y="0"/>
                  </a:moveTo>
                  <a:cubicBezTo>
                    <a:pt x="653" y="0"/>
                    <a:pt x="1" y="1568"/>
                    <a:pt x="923" y="2490"/>
                  </a:cubicBezTo>
                  <a:cubicBezTo>
                    <a:pt x="1218" y="2786"/>
                    <a:pt x="1583" y="2918"/>
                    <a:pt x="1940" y="2918"/>
                  </a:cubicBezTo>
                  <a:cubicBezTo>
                    <a:pt x="2691" y="2918"/>
                    <a:pt x="3413" y="2335"/>
                    <a:pt x="3413" y="1457"/>
                  </a:cubicBezTo>
                  <a:cubicBezTo>
                    <a:pt x="3413" y="652"/>
                    <a:pt x="2761" y="0"/>
                    <a:pt x="1957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6144;p64"/>
            <p:cNvSpPr/>
            <p:nvPr/>
          </p:nvSpPr>
          <p:spPr>
            <a:xfrm>
              <a:off x="3849946" y="5974351"/>
              <a:ext cx="76784" cy="60397"/>
            </a:xfrm>
            <a:custGeom>
              <a:avLst/>
              <a:gdLst/>
              <a:ahLst/>
              <a:cxnLst/>
              <a:rect l="l" t="t" r="r" b="b"/>
              <a:pathLst>
                <a:path w="1548" h="1331" extrusionOk="0">
                  <a:moveTo>
                    <a:pt x="889" y="1"/>
                  </a:moveTo>
                  <a:cubicBezTo>
                    <a:pt x="299" y="1"/>
                    <a:pt x="1" y="715"/>
                    <a:pt x="417" y="1131"/>
                  </a:cubicBezTo>
                  <a:cubicBezTo>
                    <a:pt x="552" y="1269"/>
                    <a:pt x="719" y="1330"/>
                    <a:pt x="882" y="1330"/>
                  </a:cubicBezTo>
                  <a:cubicBezTo>
                    <a:pt x="1222" y="1330"/>
                    <a:pt x="1547" y="1065"/>
                    <a:pt x="1547" y="667"/>
                  </a:cubicBezTo>
                  <a:cubicBezTo>
                    <a:pt x="1547" y="299"/>
                    <a:pt x="1249" y="1"/>
                    <a:pt x="889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6145;p64"/>
            <p:cNvSpPr/>
            <p:nvPr/>
          </p:nvSpPr>
          <p:spPr>
            <a:xfrm>
              <a:off x="4084266" y="5938504"/>
              <a:ext cx="169292" cy="132408"/>
            </a:xfrm>
            <a:custGeom>
              <a:avLst/>
              <a:gdLst/>
              <a:ahLst/>
              <a:cxnLst/>
              <a:rect l="l" t="t" r="r" b="b"/>
              <a:pathLst>
                <a:path w="3413" h="2918" extrusionOk="0">
                  <a:moveTo>
                    <a:pt x="1956" y="0"/>
                  </a:moveTo>
                  <a:cubicBezTo>
                    <a:pt x="652" y="0"/>
                    <a:pt x="0" y="1568"/>
                    <a:pt x="923" y="2490"/>
                  </a:cubicBezTo>
                  <a:cubicBezTo>
                    <a:pt x="1218" y="2786"/>
                    <a:pt x="1582" y="2918"/>
                    <a:pt x="1940" y="2918"/>
                  </a:cubicBezTo>
                  <a:cubicBezTo>
                    <a:pt x="2691" y="2918"/>
                    <a:pt x="3413" y="2335"/>
                    <a:pt x="3413" y="1457"/>
                  </a:cubicBezTo>
                  <a:cubicBezTo>
                    <a:pt x="3413" y="652"/>
                    <a:pt x="2761" y="0"/>
                    <a:pt x="195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6146;p64"/>
            <p:cNvSpPr/>
            <p:nvPr/>
          </p:nvSpPr>
          <p:spPr>
            <a:xfrm>
              <a:off x="4136893" y="5974351"/>
              <a:ext cx="77132" cy="60397"/>
            </a:xfrm>
            <a:custGeom>
              <a:avLst/>
              <a:gdLst/>
              <a:ahLst/>
              <a:cxnLst/>
              <a:rect l="l" t="t" r="r" b="b"/>
              <a:pathLst>
                <a:path w="1555" h="1331" extrusionOk="0">
                  <a:moveTo>
                    <a:pt x="888" y="1"/>
                  </a:moveTo>
                  <a:cubicBezTo>
                    <a:pt x="299" y="1"/>
                    <a:pt x="0" y="715"/>
                    <a:pt x="417" y="1131"/>
                  </a:cubicBezTo>
                  <a:cubicBezTo>
                    <a:pt x="554" y="1269"/>
                    <a:pt x="722" y="1330"/>
                    <a:pt x="887" y="1330"/>
                  </a:cubicBezTo>
                  <a:cubicBezTo>
                    <a:pt x="1228" y="1330"/>
                    <a:pt x="1554" y="1065"/>
                    <a:pt x="1554" y="667"/>
                  </a:cubicBezTo>
                  <a:cubicBezTo>
                    <a:pt x="1554" y="299"/>
                    <a:pt x="1256" y="1"/>
                    <a:pt x="888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6147;p64"/>
            <p:cNvSpPr/>
            <p:nvPr/>
          </p:nvSpPr>
          <p:spPr>
            <a:xfrm>
              <a:off x="3746377" y="5472352"/>
              <a:ext cx="632773" cy="302207"/>
            </a:xfrm>
            <a:custGeom>
              <a:avLst/>
              <a:gdLst/>
              <a:ahLst/>
              <a:cxnLst/>
              <a:rect l="l" t="t" r="r" b="b"/>
              <a:pathLst>
                <a:path w="12757" h="6660" extrusionOk="0">
                  <a:moveTo>
                    <a:pt x="1" y="1"/>
                  </a:moveTo>
                  <a:lnTo>
                    <a:pt x="445" y="1263"/>
                  </a:lnTo>
                  <a:lnTo>
                    <a:pt x="11335" y="1263"/>
                  </a:lnTo>
                  <a:lnTo>
                    <a:pt x="10086" y="6659"/>
                  </a:lnTo>
                  <a:lnTo>
                    <a:pt x="11390" y="6659"/>
                  </a:lnTo>
                  <a:lnTo>
                    <a:pt x="12576" y="1506"/>
                  </a:lnTo>
                  <a:cubicBezTo>
                    <a:pt x="12757" y="736"/>
                    <a:pt x="12167" y="1"/>
                    <a:pt x="11376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6148;p64"/>
            <p:cNvSpPr/>
            <p:nvPr/>
          </p:nvSpPr>
          <p:spPr>
            <a:xfrm>
              <a:off x="4271762" y="5472352"/>
              <a:ext cx="107041" cy="302207"/>
            </a:xfrm>
            <a:custGeom>
              <a:avLst/>
              <a:gdLst/>
              <a:ahLst/>
              <a:cxnLst/>
              <a:rect l="l" t="t" r="r" b="b"/>
              <a:pathLst>
                <a:path w="2158" h="6660" extrusionOk="0">
                  <a:moveTo>
                    <a:pt x="0" y="1"/>
                  </a:moveTo>
                  <a:cubicBezTo>
                    <a:pt x="791" y="1"/>
                    <a:pt x="1374" y="736"/>
                    <a:pt x="1200" y="1506"/>
                  </a:cubicBezTo>
                  <a:lnTo>
                    <a:pt x="14" y="6659"/>
                  </a:lnTo>
                  <a:lnTo>
                    <a:pt x="791" y="6659"/>
                  </a:lnTo>
                  <a:lnTo>
                    <a:pt x="1977" y="1506"/>
                  </a:lnTo>
                  <a:cubicBezTo>
                    <a:pt x="2158" y="736"/>
                    <a:pt x="1575" y="1"/>
                    <a:pt x="784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6149;p64"/>
            <p:cNvSpPr/>
            <p:nvPr/>
          </p:nvSpPr>
          <p:spPr>
            <a:xfrm>
              <a:off x="3590875" y="5424524"/>
              <a:ext cx="779001" cy="407617"/>
            </a:xfrm>
            <a:custGeom>
              <a:avLst/>
              <a:gdLst/>
              <a:ahLst/>
              <a:cxnLst/>
              <a:rect l="l" t="t" r="r" b="b"/>
              <a:pathLst>
                <a:path w="15705" h="8983" extrusionOk="0">
                  <a:moveTo>
                    <a:pt x="632" y="0"/>
                  </a:moveTo>
                  <a:cubicBezTo>
                    <a:pt x="278" y="0"/>
                    <a:pt x="1" y="285"/>
                    <a:pt x="1" y="631"/>
                  </a:cubicBezTo>
                  <a:cubicBezTo>
                    <a:pt x="1" y="978"/>
                    <a:pt x="278" y="1263"/>
                    <a:pt x="632" y="1263"/>
                  </a:cubicBezTo>
                  <a:lnTo>
                    <a:pt x="1769" y="1263"/>
                  </a:lnTo>
                  <a:cubicBezTo>
                    <a:pt x="1825" y="1263"/>
                    <a:pt x="1880" y="1297"/>
                    <a:pt x="1901" y="1353"/>
                  </a:cubicBezTo>
                  <a:lnTo>
                    <a:pt x="4045" y="7408"/>
                  </a:lnTo>
                  <a:cubicBezTo>
                    <a:pt x="4447" y="8358"/>
                    <a:pt x="5383" y="8983"/>
                    <a:pt x="6417" y="8983"/>
                  </a:cubicBezTo>
                  <a:lnTo>
                    <a:pt x="15073" y="8983"/>
                  </a:lnTo>
                  <a:cubicBezTo>
                    <a:pt x="15420" y="8983"/>
                    <a:pt x="15704" y="8698"/>
                    <a:pt x="15704" y="8344"/>
                  </a:cubicBezTo>
                  <a:cubicBezTo>
                    <a:pt x="15704" y="7998"/>
                    <a:pt x="15420" y="7713"/>
                    <a:pt x="15073" y="7713"/>
                  </a:cubicBezTo>
                  <a:lnTo>
                    <a:pt x="6417" y="7713"/>
                  </a:lnTo>
                  <a:cubicBezTo>
                    <a:pt x="5890" y="7713"/>
                    <a:pt x="5411" y="7401"/>
                    <a:pt x="5203" y="6909"/>
                  </a:cubicBezTo>
                  <a:lnTo>
                    <a:pt x="3060" y="853"/>
                  </a:lnTo>
                  <a:cubicBezTo>
                    <a:pt x="2845" y="340"/>
                    <a:pt x="2331" y="0"/>
                    <a:pt x="1769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6150;p64"/>
            <p:cNvSpPr/>
            <p:nvPr/>
          </p:nvSpPr>
          <p:spPr>
            <a:xfrm>
              <a:off x="3805899" y="5774513"/>
              <a:ext cx="565017" cy="57310"/>
            </a:xfrm>
            <a:custGeom>
              <a:avLst/>
              <a:gdLst/>
              <a:ahLst/>
              <a:cxnLst/>
              <a:rect l="l" t="t" r="r" b="b"/>
              <a:pathLst>
                <a:path w="11391" h="1263" extrusionOk="0">
                  <a:moveTo>
                    <a:pt x="10801" y="0"/>
                  </a:moveTo>
                  <a:cubicBezTo>
                    <a:pt x="10807" y="21"/>
                    <a:pt x="10807" y="42"/>
                    <a:pt x="10801" y="63"/>
                  </a:cubicBezTo>
                  <a:cubicBezTo>
                    <a:pt x="10801" y="409"/>
                    <a:pt x="10523" y="694"/>
                    <a:pt x="10169" y="694"/>
                  </a:cubicBezTo>
                  <a:lnTo>
                    <a:pt x="1513" y="694"/>
                  </a:lnTo>
                  <a:cubicBezTo>
                    <a:pt x="972" y="694"/>
                    <a:pt x="438" y="520"/>
                    <a:pt x="1" y="201"/>
                  </a:cubicBezTo>
                  <a:lnTo>
                    <a:pt x="1" y="201"/>
                  </a:lnTo>
                  <a:cubicBezTo>
                    <a:pt x="479" y="867"/>
                    <a:pt x="1256" y="1263"/>
                    <a:pt x="2082" y="1263"/>
                  </a:cubicBezTo>
                  <a:lnTo>
                    <a:pt x="10738" y="1263"/>
                  </a:lnTo>
                  <a:cubicBezTo>
                    <a:pt x="11078" y="1263"/>
                    <a:pt x="11355" y="999"/>
                    <a:pt x="11376" y="659"/>
                  </a:cubicBezTo>
                  <a:cubicBezTo>
                    <a:pt x="11390" y="319"/>
                    <a:pt x="11140" y="28"/>
                    <a:pt x="10801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7" name="Google Shape;6151;p64"/>
            <p:cNvSpPr/>
            <p:nvPr/>
          </p:nvSpPr>
          <p:spPr>
            <a:xfrm>
              <a:off x="3744691" y="5793073"/>
              <a:ext cx="541903" cy="159635"/>
            </a:xfrm>
            <a:custGeom>
              <a:avLst/>
              <a:gdLst/>
              <a:ahLst/>
              <a:cxnLst/>
              <a:rect l="l" t="t" r="r" b="b"/>
              <a:pathLst>
                <a:path w="10925" h="3518" extrusionOk="0">
                  <a:moveTo>
                    <a:pt x="1401" y="0"/>
                  </a:moveTo>
                  <a:lnTo>
                    <a:pt x="763" y="923"/>
                  </a:lnTo>
                  <a:cubicBezTo>
                    <a:pt x="0" y="2019"/>
                    <a:pt x="784" y="3517"/>
                    <a:pt x="2123" y="3517"/>
                  </a:cubicBezTo>
                  <a:lnTo>
                    <a:pt x="10287" y="3517"/>
                  </a:lnTo>
                  <a:cubicBezTo>
                    <a:pt x="10640" y="3517"/>
                    <a:pt x="10925" y="3233"/>
                    <a:pt x="10925" y="2886"/>
                  </a:cubicBezTo>
                  <a:cubicBezTo>
                    <a:pt x="10925" y="2539"/>
                    <a:pt x="10640" y="2255"/>
                    <a:pt x="10287" y="2255"/>
                  </a:cubicBezTo>
                  <a:lnTo>
                    <a:pt x="2123" y="2255"/>
                  </a:lnTo>
                  <a:cubicBezTo>
                    <a:pt x="1804" y="2255"/>
                    <a:pt x="1623" y="1901"/>
                    <a:pt x="1797" y="1644"/>
                  </a:cubicBezTo>
                  <a:lnTo>
                    <a:pt x="2449" y="701"/>
                  </a:lnTo>
                  <a:cubicBezTo>
                    <a:pt x="2046" y="562"/>
                    <a:pt x="1686" y="320"/>
                    <a:pt x="1401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8" name="Google Shape;6152;p64"/>
            <p:cNvSpPr/>
            <p:nvPr/>
          </p:nvSpPr>
          <p:spPr>
            <a:xfrm>
              <a:off x="3762200" y="5867672"/>
              <a:ext cx="524046" cy="85036"/>
            </a:xfrm>
            <a:custGeom>
              <a:avLst/>
              <a:gdLst/>
              <a:ahLst/>
              <a:cxnLst/>
              <a:rect l="l" t="t" r="r" b="b"/>
              <a:pathLst>
                <a:path w="10565" h="1874" extrusionOk="0">
                  <a:moveTo>
                    <a:pt x="126" y="0"/>
                  </a:moveTo>
                  <a:cubicBezTo>
                    <a:pt x="1" y="951"/>
                    <a:pt x="708" y="1811"/>
                    <a:pt x="1666" y="1873"/>
                  </a:cubicBezTo>
                  <a:lnTo>
                    <a:pt x="9455" y="1873"/>
                  </a:lnTo>
                  <a:cubicBezTo>
                    <a:pt x="9892" y="1873"/>
                    <a:pt x="10058" y="1859"/>
                    <a:pt x="10142" y="1838"/>
                  </a:cubicBezTo>
                  <a:cubicBezTo>
                    <a:pt x="10169" y="1825"/>
                    <a:pt x="10204" y="1811"/>
                    <a:pt x="10232" y="1797"/>
                  </a:cubicBezTo>
                  <a:lnTo>
                    <a:pt x="10253" y="1783"/>
                  </a:lnTo>
                  <a:cubicBezTo>
                    <a:pt x="10273" y="1776"/>
                    <a:pt x="10294" y="1755"/>
                    <a:pt x="10315" y="1741"/>
                  </a:cubicBezTo>
                  <a:lnTo>
                    <a:pt x="10322" y="1741"/>
                  </a:lnTo>
                  <a:lnTo>
                    <a:pt x="10350" y="1714"/>
                  </a:lnTo>
                  <a:lnTo>
                    <a:pt x="10357" y="1707"/>
                  </a:lnTo>
                  <a:cubicBezTo>
                    <a:pt x="10371" y="1693"/>
                    <a:pt x="10384" y="1679"/>
                    <a:pt x="10398" y="1665"/>
                  </a:cubicBezTo>
                  <a:lnTo>
                    <a:pt x="10412" y="1651"/>
                  </a:lnTo>
                  <a:lnTo>
                    <a:pt x="10433" y="1630"/>
                  </a:lnTo>
                  <a:lnTo>
                    <a:pt x="10447" y="1610"/>
                  </a:lnTo>
                  <a:lnTo>
                    <a:pt x="10468" y="1575"/>
                  </a:lnTo>
                  <a:lnTo>
                    <a:pt x="10482" y="1547"/>
                  </a:lnTo>
                  <a:lnTo>
                    <a:pt x="10495" y="1526"/>
                  </a:lnTo>
                  <a:lnTo>
                    <a:pt x="10509" y="1499"/>
                  </a:lnTo>
                  <a:lnTo>
                    <a:pt x="10523" y="1471"/>
                  </a:lnTo>
                  <a:cubicBezTo>
                    <a:pt x="10523" y="1464"/>
                    <a:pt x="10530" y="1450"/>
                    <a:pt x="10537" y="1436"/>
                  </a:cubicBezTo>
                  <a:lnTo>
                    <a:pt x="10544" y="1415"/>
                  </a:lnTo>
                  <a:cubicBezTo>
                    <a:pt x="10544" y="1401"/>
                    <a:pt x="10551" y="1388"/>
                    <a:pt x="10551" y="1374"/>
                  </a:cubicBezTo>
                  <a:lnTo>
                    <a:pt x="10551" y="1360"/>
                  </a:lnTo>
                  <a:cubicBezTo>
                    <a:pt x="10551" y="1346"/>
                    <a:pt x="10558" y="1325"/>
                    <a:pt x="10558" y="1311"/>
                  </a:cubicBezTo>
                  <a:lnTo>
                    <a:pt x="10558" y="1297"/>
                  </a:lnTo>
                  <a:lnTo>
                    <a:pt x="10558" y="1235"/>
                  </a:lnTo>
                  <a:cubicBezTo>
                    <a:pt x="10565" y="1221"/>
                    <a:pt x="10565" y="1200"/>
                    <a:pt x="10565" y="1180"/>
                  </a:cubicBezTo>
                  <a:cubicBezTo>
                    <a:pt x="10565" y="1159"/>
                    <a:pt x="10558" y="1145"/>
                    <a:pt x="10558" y="1124"/>
                  </a:cubicBezTo>
                  <a:lnTo>
                    <a:pt x="10558" y="1117"/>
                  </a:lnTo>
                  <a:cubicBezTo>
                    <a:pt x="10551" y="1075"/>
                    <a:pt x="10537" y="1034"/>
                    <a:pt x="10523" y="999"/>
                  </a:cubicBezTo>
                  <a:cubicBezTo>
                    <a:pt x="10384" y="1186"/>
                    <a:pt x="10169" y="1304"/>
                    <a:pt x="9941" y="1325"/>
                  </a:cubicBezTo>
                  <a:lnTo>
                    <a:pt x="1770" y="1325"/>
                  </a:lnTo>
                  <a:cubicBezTo>
                    <a:pt x="979" y="1311"/>
                    <a:pt x="306" y="763"/>
                    <a:pt x="12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9" name="Google Shape;6153;p64"/>
            <p:cNvSpPr/>
            <p:nvPr/>
          </p:nvSpPr>
          <p:spPr>
            <a:xfrm>
              <a:off x="3793548" y="5793073"/>
              <a:ext cx="72618" cy="56721"/>
            </a:xfrm>
            <a:custGeom>
              <a:avLst/>
              <a:gdLst/>
              <a:ahLst/>
              <a:cxnLst/>
              <a:rect l="l" t="t" r="r" b="b"/>
              <a:pathLst>
                <a:path w="1464" h="1250" extrusionOk="0">
                  <a:moveTo>
                    <a:pt x="416" y="0"/>
                  </a:moveTo>
                  <a:lnTo>
                    <a:pt x="0" y="604"/>
                  </a:lnTo>
                  <a:cubicBezTo>
                    <a:pt x="305" y="902"/>
                    <a:pt x="673" y="1124"/>
                    <a:pt x="1089" y="1249"/>
                  </a:cubicBezTo>
                  <a:lnTo>
                    <a:pt x="1464" y="701"/>
                  </a:lnTo>
                  <a:cubicBezTo>
                    <a:pt x="1061" y="562"/>
                    <a:pt x="701" y="320"/>
                    <a:pt x="41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722" name="Google Shape;722;p47"/>
          <p:cNvSpPr txBox="1">
            <a:spLocks noGrp="1"/>
          </p:cNvSpPr>
          <p:nvPr>
            <p:ph type="title"/>
          </p:nvPr>
        </p:nvSpPr>
        <p:spPr>
          <a:xfrm>
            <a:off x="2772124" y="836562"/>
            <a:ext cx="8784000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Lists</a:t>
            </a:r>
            <a:r>
              <a:rPr lang="fr-F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fr-F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– The </a:t>
            </a:r>
            <a:r>
              <a:rPr lang="fr-FR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Dynamic</a:t>
            </a:r>
            <a:r>
              <a:rPr lang="fr-F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Structure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727" name="Google Shape;727;p47"/>
          <p:cNvPicPr preferRelativeResize="0"/>
          <p:nvPr/>
        </p:nvPicPr>
        <p:blipFill rotWithShape="1">
          <a:blip r:embed="rId3">
            <a:alphaModFix/>
          </a:blip>
          <a:srcRect l="61241" r="15108"/>
          <a:stretch/>
        </p:blipFill>
        <p:spPr>
          <a:xfrm>
            <a:off x="1" y="0"/>
            <a:ext cx="24309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e 1"/>
          <p:cNvGrpSpPr/>
          <p:nvPr/>
        </p:nvGrpSpPr>
        <p:grpSpPr>
          <a:xfrm>
            <a:off x="1631131" y="6070912"/>
            <a:ext cx="2747672" cy="433595"/>
            <a:chOff x="1631131" y="6070912"/>
            <a:chExt cx="2747672" cy="433595"/>
          </a:xfrm>
        </p:grpSpPr>
        <p:sp>
          <p:nvSpPr>
            <p:cNvPr id="729" name="Google Shape;729;p47"/>
            <p:cNvSpPr/>
            <p:nvPr/>
          </p:nvSpPr>
          <p:spPr>
            <a:xfrm>
              <a:off x="3745020" y="6070912"/>
              <a:ext cx="633783" cy="100971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30" name="Google Shape;730;p47"/>
            <p:cNvSpPr/>
            <p:nvPr/>
          </p:nvSpPr>
          <p:spPr>
            <a:xfrm>
              <a:off x="2274962" y="6070912"/>
              <a:ext cx="1193427" cy="100971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31" name="Google Shape;731;p47"/>
            <p:cNvSpPr/>
            <p:nvPr/>
          </p:nvSpPr>
          <p:spPr>
            <a:xfrm>
              <a:off x="1631131" y="6237484"/>
              <a:ext cx="1285204" cy="101023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32" name="Google Shape;732;p47"/>
            <p:cNvSpPr/>
            <p:nvPr/>
          </p:nvSpPr>
          <p:spPr>
            <a:xfrm>
              <a:off x="3151463" y="6237484"/>
              <a:ext cx="1227326" cy="101023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33" name="Google Shape;733;p47"/>
            <p:cNvSpPr/>
            <p:nvPr/>
          </p:nvSpPr>
          <p:spPr>
            <a:xfrm>
              <a:off x="2659824" y="6404108"/>
              <a:ext cx="1718954" cy="100399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40" name="Google Shape;386;p34"/>
          <p:cNvSpPr txBox="1">
            <a:spLocks noGrp="1"/>
          </p:cNvSpPr>
          <p:nvPr>
            <p:ph type="title" idx="4294967295"/>
          </p:nvPr>
        </p:nvSpPr>
        <p:spPr>
          <a:xfrm>
            <a:off x="715924" y="575587"/>
            <a:ext cx="8546063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000" b="1" dirty="0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Conditional Statements </a:t>
            </a:r>
            <a:r>
              <a:rPr lang="en-US" sz="3200" b="1" dirty="0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(If</a:t>
            </a:r>
            <a:r>
              <a:rPr lang="en-US" sz="3200" b="1" dirty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US" sz="3200" b="1" dirty="0" err="1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Elif</a:t>
            </a:r>
            <a:r>
              <a:rPr lang="en-US" sz="3200" b="1" dirty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Else)</a:t>
            </a:r>
            <a:endParaRPr sz="3200" b="1" dirty="0">
              <a:solidFill>
                <a:schemeClr val="bg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41" name="Groupe 40"/>
          <p:cNvGrpSpPr/>
          <p:nvPr/>
        </p:nvGrpSpPr>
        <p:grpSpPr>
          <a:xfrm>
            <a:off x="715924" y="2040222"/>
            <a:ext cx="2804990" cy="4207486"/>
            <a:chOff x="715924" y="2040222"/>
            <a:chExt cx="2804990" cy="4207486"/>
          </a:xfrm>
        </p:grpSpPr>
        <p:pic>
          <p:nvPicPr>
            <p:cNvPr id="42" name="Picture 4" descr="Generated image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924" y="2040222"/>
              <a:ext cx="2804990" cy="42074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3" name="Google Shape;5964;p64"/>
            <p:cNvGrpSpPr/>
            <p:nvPr/>
          </p:nvGrpSpPr>
          <p:grpSpPr>
            <a:xfrm>
              <a:off x="1223683" y="3012142"/>
              <a:ext cx="205802" cy="174812"/>
              <a:chOff x="5223609" y="3731112"/>
              <a:chExt cx="371782" cy="274285"/>
            </a:xfrm>
            <a:solidFill>
              <a:schemeClr val="bg2"/>
            </a:solidFill>
          </p:grpSpPr>
          <p:sp>
            <p:nvSpPr>
              <p:cNvPr id="45" name="Google Shape;5965;p64"/>
              <p:cNvSpPr/>
              <p:nvPr/>
            </p:nvSpPr>
            <p:spPr>
              <a:xfrm>
                <a:off x="5223609" y="3731112"/>
                <a:ext cx="371782" cy="274285"/>
              </a:xfrm>
              <a:custGeom>
                <a:avLst/>
                <a:gdLst/>
                <a:ahLst/>
                <a:cxnLst/>
                <a:rect l="l" t="t" r="r" b="b"/>
                <a:pathLst>
                  <a:path w="14151" h="10440" extrusionOk="0">
                    <a:moveTo>
                      <a:pt x="11972" y="1"/>
                    </a:moveTo>
                    <a:lnTo>
                      <a:pt x="5563" y="6410"/>
                    </a:lnTo>
                    <a:cubicBezTo>
                      <a:pt x="5477" y="6497"/>
                      <a:pt x="5364" y="6540"/>
                      <a:pt x="5251" y="6540"/>
                    </a:cubicBezTo>
                    <a:cubicBezTo>
                      <a:pt x="5138" y="6540"/>
                      <a:pt x="5026" y="6497"/>
                      <a:pt x="4939" y="6410"/>
                    </a:cubicBezTo>
                    <a:lnTo>
                      <a:pt x="2178" y="3649"/>
                    </a:lnTo>
                    <a:lnTo>
                      <a:pt x="0" y="5827"/>
                    </a:lnTo>
                    <a:lnTo>
                      <a:pt x="4162" y="9989"/>
                    </a:lnTo>
                    <a:cubicBezTo>
                      <a:pt x="4453" y="10280"/>
                      <a:pt x="4842" y="10440"/>
                      <a:pt x="5251" y="10440"/>
                    </a:cubicBezTo>
                    <a:cubicBezTo>
                      <a:pt x="5660" y="10440"/>
                      <a:pt x="6056" y="10280"/>
                      <a:pt x="6340" y="9989"/>
                    </a:cubicBezTo>
                    <a:lnTo>
                      <a:pt x="14150" y="2179"/>
                    </a:lnTo>
                    <a:lnTo>
                      <a:pt x="1197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46" name="Google Shape;5966;p64"/>
              <p:cNvSpPr/>
              <p:nvPr/>
            </p:nvSpPr>
            <p:spPr>
              <a:xfrm>
                <a:off x="5338236" y="3769391"/>
                <a:ext cx="257155" cy="236006"/>
              </a:xfrm>
              <a:custGeom>
                <a:avLst/>
                <a:gdLst/>
                <a:ahLst/>
                <a:cxnLst/>
                <a:rect l="l" t="t" r="r" b="b"/>
                <a:pathLst>
                  <a:path w="9788" h="8983" extrusionOk="0">
                    <a:moveTo>
                      <a:pt x="9066" y="0"/>
                    </a:moveTo>
                    <a:lnTo>
                      <a:pt x="826" y="8248"/>
                    </a:lnTo>
                    <a:cubicBezTo>
                      <a:pt x="597" y="8470"/>
                      <a:pt x="312" y="8629"/>
                      <a:pt x="0" y="8698"/>
                    </a:cubicBezTo>
                    <a:cubicBezTo>
                      <a:pt x="257" y="8886"/>
                      <a:pt x="569" y="8983"/>
                      <a:pt x="888" y="8983"/>
                    </a:cubicBezTo>
                    <a:cubicBezTo>
                      <a:pt x="1297" y="8983"/>
                      <a:pt x="1693" y="8823"/>
                      <a:pt x="1977" y="8532"/>
                    </a:cubicBezTo>
                    <a:lnTo>
                      <a:pt x="9787" y="722"/>
                    </a:lnTo>
                    <a:lnTo>
                      <a:pt x="906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5967;p64"/>
            <p:cNvSpPr/>
            <p:nvPr/>
          </p:nvSpPr>
          <p:spPr>
            <a:xfrm>
              <a:off x="2887657" y="3000447"/>
              <a:ext cx="236303" cy="198202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47" name="Rectangle 46"/>
          <p:cNvSpPr/>
          <p:nvPr/>
        </p:nvSpPr>
        <p:spPr>
          <a:xfrm>
            <a:off x="4218504" y="2040222"/>
            <a:ext cx="4845006" cy="4196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Logic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: Executing specific code </a:t>
            </a:r>
            <a:r>
              <a:rPr lang="en-US" sz="20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based on 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a logical condition</a:t>
            </a:r>
            <a:r>
              <a:rPr lang="en-US" sz="20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Syntax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: </a:t>
            </a:r>
            <a:r>
              <a:rPr lang="en-US" sz="20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if condition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: \n </a:t>
            </a:r>
            <a:r>
              <a:rPr lang="en-US" sz="20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elif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another_condition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: \</a:t>
            </a:r>
            <a:r>
              <a:rPr lang="en-US" sz="20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n else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: </a:t>
            </a:r>
            <a:endParaRPr lang="en-US" sz="2000" dirty="0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endParaRPr lang="en-US" sz="2000" dirty="0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Logical </a:t>
            </a:r>
            <a:r>
              <a:rPr lang="en-US" sz="2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Operators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: and (</a:t>
            </a:r>
            <a:r>
              <a:rPr lang="en-US" sz="20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both must 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be true), or </a:t>
            </a:r>
            <a:endParaRPr lang="en-US" sz="2000" dirty="0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(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at least one </a:t>
            </a:r>
            <a:r>
              <a:rPr lang="en-US" sz="20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must be 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true).</a:t>
            </a:r>
            <a:endParaRPr lang="fr-FR" sz="20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7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0.80208 0.00139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7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4" y="69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9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9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1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22" grpId="0"/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99692" y="2336466"/>
            <a:ext cx="6096000" cy="29592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age </a:t>
            </a:r>
            <a:r>
              <a:rPr 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= </a:t>
            </a:r>
            <a:r>
              <a:rPr lang="en-US" sz="32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17</a:t>
            </a:r>
            <a:endParaRPr lang="en-US" sz="32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if age &gt;= 18:</a:t>
            </a:r>
          </a:p>
          <a:p>
            <a:r>
              <a:rPr 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print("</a:t>
            </a:r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Eligible to vote</a:t>
            </a:r>
            <a:r>
              <a:rPr 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")</a:t>
            </a:r>
          </a:p>
          <a:p>
            <a:r>
              <a:rPr 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else:</a:t>
            </a:r>
          </a:p>
          <a:p>
            <a:r>
              <a:rPr 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print("</a:t>
            </a:r>
            <a:r>
              <a:rPr lang="en-US" sz="32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Not eligible to vote</a:t>
            </a:r>
            <a:r>
              <a:rPr lang="en-US" sz="3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")</a:t>
            </a:r>
          </a:p>
          <a:p>
            <a:pPr>
              <a:lnSpc>
                <a:spcPct val="150000"/>
              </a:lnSpc>
            </a:pPr>
            <a:endParaRPr lang="en-US" sz="2000" b="1" dirty="0" smtClean="0">
              <a:latin typeface="+mj-lt"/>
            </a:endParaRPr>
          </a:p>
        </p:txBody>
      </p:sp>
      <p:sp>
        <p:nvSpPr>
          <p:cNvPr id="6" name="Google Shape;514;p39"/>
          <p:cNvSpPr txBox="1">
            <a:spLocks noGrp="1"/>
          </p:cNvSpPr>
          <p:nvPr>
            <p:ph type="title"/>
          </p:nvPr>
        </p:nvSpPr>
        <p:spPr>
          <a:xfrm>
            <a:off x="1704067" y="178484"/>
            <a:ext cx="8784000" cy="8920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sz="2800" b="1" dirty="0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Real-Life </a:t>
            </a:r>
            <a:r>
              <a:rPr lang="fr-FR" sz="2800" b="1" dirty="0" err="1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Conditional</a:t>
            </a:r>
            <a:r>
              <a:rPr lang="fr-FR" sz="2800" b="1" dirty="0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fr-FR" sz="2800" b="1" dirty="0" err="1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Example</a:t>
            </a:r>
            <a:r>
              <a:rPr lang="fr-FR" sz="2800" b="1" dirty="0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/>
            </a:r>
            <a:br>
              <a:rPr lang="fr-FR" sz="2800" b="1" dirty="0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US" sz="2400" dirty="0" smtClean="0">
                <a:solidFill>
                  <a:schemeClr val="bg2"/>
                </a:solidFill>
                <a:latin typeface="+mj-lt"/>
              </a:rPr>
              <a:t>Scenario</a:t>
            </a:r>
            <a:r>
              <a:rPr lang="en-US" sz="2400" dirty="0">
                <a:solidFill>
                  <a:schemeClr val="bg2"/>
                </a:solidFill>
                <a:latin typeface="+mj-lt"/>
              </a:rPr>
              <a:t>: A voting eligibility system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. </a:t>
            </a:r>
            <a:r>
              <a:rPr lang="en-US" sz="2800" dirty="0">
                <a:solidFill>
                  <a:schemeClr val="tx2"/>
                </a:solidFill>
                <a:latin typeface="+mj-lt"/>
              </a:rPr>
              <a:t/>
            </a:r>
            <a:br>
              <a:rPr lang="en-US" sz="2800" dirty="0">
                <a:solidFill>
                  <a:schemeClr val="tx2"/>
                </a:solidFill>
                <a:latin typeface="+mj-lt"/>
              </a:rPr>
            </a:br>
            <a:endParaRPr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21" name="Google Shape;5964;p64"/>
          <p:cNvGrpSpPr/>
          <p:nvPr/>
        </p:nvGrpSpPr>
        <p:grpSpPr>
          <a:xfrm>
            <a:off x="591671" y="3816070"/>
            <a:ext cx="1496720" cy="1240024"/>
            <a:chOff x="5223609" y="3731112"/>
            <a:chExt cx="371782" cy="274285"/>
          </a:xfrm>
          <a:solidFill>
            <a:schemeClr val="bg2"/>
          </a:solidFill>
        </p:grpSpPr>
        <p:sp>
          <p:nvSpPr>
            <p:cNvPr id="22" name="Google Shape;5965;p64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5966;p64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24" name="Google Shape;5967;p64"/>
          <p:cNvSpPr/>
          <p:nvPr/>
        </p:nvSpPr>
        <p:spPr>
          <a:xfrm>
            <a:off x="10107003" y="1999697"/>
            <a:ext cx="1022720" cy="1006859"/>
          </a:xfrm>
          <a:custGeom>
            <a:avLst/>
            <a:gdLst/>
            <a:ahLst/>
            <a:cxnLst/>
            <a:rect l="l" t="t" r="r" b="b"/>
            <a:pathLst>
              <a:path w="11113" h="11002" extrusionOk="0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8518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/>
          <p:cNvGrpSpPr/>
          <p:nvPr/>
        </p:nvGrpSpPr>
        <p:grpSpPr>
          <a:xfrm rot="5400000">
            <a:off x="8876314" y="1951700"/>
            <a:ext cx="4665068" cy="761668"/>
            <a:chOff x="7332" y="2608608"/>
            <a:chExt cx="4665068" cy="761668"/>
          </a:xfrm>
        </p:grpSpPr>
        <p:sp>
          <p:nvSpPr>
            <p:cNvPr id="28" name="Google Shape;703;p46"/>
            <p:cNvSpPr/>
            <p:nvPr/>
          </p:nvSpPr>
          <p:spPr>
            <a:xfrm>
              <a:off x="7332" y="2608608"/>
              <a:ext cx="2380073" cy="143979"/>
            </a:xfrm>
            <a:custGeom>
              <a:avLst/>
              <a:gdLst/>
              <a:ahLst/>
              <a:cxnLst/>
              <a:rect l="l" t="t" r="r" b="b"/>
              <a:pathLst>
                <a:path w="106491" h="5847" extrusionOk="0">
                  <a:moveTo>
                    <a:pt x="1" y="0"/>
                  </a:moveTo>
                  <a:lnTo>
                    <a:pt x="1" y="5846"/>
                  </a:lnTo>
                  <a:lnTo>
                    <a:pt x="106490" y="5846"/>
                  </a:lnTo>
                  <a:lnTo>
                    <a:pt x="1064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705;p46"/>
            <p:cNvSpPr/>
            <p:nvPr/>
          </p:nvSpPr>
          <p:spPr>
            <a:xfrm flipH="1">
              <a:off x="1553967" y="2852252"/>
              <a:ext cx="3118433" cy="102110"/>
            </a:xfrm>
            <a:custGeom>
              <a:avLst/>
              <a:gdLst/>
              <a:ahLst/>
              <a:cxnLst/>
              <a:rect l="l" t="t" r="r" b="b"/>
              <a:pathLst>
                <a:path w="135840" h="8298" extrusionOk="0">
                  <a:moveTo>
                    <a:pt x="1" y="1"/>
                  </a:moveTo>
                  <a:lnTo>
                    <a:pt x="1" y="8298"/>
                  </a:lnTo>
                  <a:lnTo>
                    <a:pt x="135840" y="8298"/>
                  </a:lnTo>
                  <a:lnTo>
                    <a:pt x="1358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706;p46"/>
            <p:cNvSpPr/>
            <p:nvPr/>
          </p:nvSpPr>
          <p:spPr>
            <a:xfrm flipH="1">
              <a:off x="7332" y="2853437"/>
              <a:ext cx="1546635" cy="102131"/>
            </a:xfrm>
            <a:custGeom>
              <a:avLst/>
              <a:gdLst/>
              <a:ahLst/>
              <a:cxnLst/>
              <a:rect l="l" t="t" r="r" b="b"/>
              <a:pathLst>
                <a:path w="71889" h="8298" extrusionOk="0">
                  <a:moveTo>
                    <a:pt x="1" y="1"/>
                  </a:moveTo>
                  <a:lnTo>
                    <a:pt x="1" y="8298"/>
                  </a:lnTo>
                  <a:lnTo>
                    <a:pt x="71889" y="8298"/>
                  </a:lnTo>
                  <a:lnTo>
                    <a:pt x="718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707;p46"/>
            <p:cNvSpPr/>
            <p:nvPr/>
          </p:nvSpPr>
          <p:spPr>
            <a:xfrm flipH="1">
              <a:off x="1606662" y="3054027"/>
              <a:ext cx="2280743" cy="102131"/>
            </a:xfrm>
            <a:custGeom>
              <a:avLst/>
              <a:gdLst/>
              <a:ahLst/>
              <a:cxnLst/>
              <a:rect l="l" t="t" r="r" b="b"/>
              <a:pathLst>
                <a:path w="106011" h="8298" extrusionOk="0">
                  <a:moveTo>
                    <a:pt x="1" y="1"/>
                  </a:moveTo>
                  <a:lnTo>
                    <a:pt x="1" y="8297"/>
                  </a:lnTo>
                  <a:lnTo>
                    <a:pt x="106011" y="8297"/>
                  </a:lnTo>
                  <a:lnTo>
                    <a:pt x="1060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708;p46"/>
            <p:cNvSpPr/>
            <p:nvPr/>
          </p:nvSpPr>
          <p:spPr>
            <a:xfrm flipH="1">
              <a:off x="1606675" y="3054027"/>
              <a:ext cx="662917" cy="102131"/>
            </a:xfrm>
            <a:custGeom>
              <a:avLst/>
              <a:gdLst/>
              <a:ahLst/>
              <a:cxnLst/>
              <a:rect l="l" t="t" r="r" b="b"/>
              <a:pathLst>
                <a:path w="30813" h="8298" extrusionOk="0">
                  <a:moveTo>
                    <a:pt x="0" y="1"/>
                  </a:moveTo>
                  <a:lnTo>
                    <a:pt x="0" y="8297"/>
                  </a:lnTo>
                  <a:lnTo>
                    <a:pt x="30813" y="8297"/>
                  </a:lnTo>
                  <a:lnTo>
                    <a:pt x="308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709;p46"/>
            <p:cNvSpPr/>
            <p:nvPr/>
          </p:nvSpPr>
          <p:spPr>
            <a:xfrm flipH="1">
              <a:off x="15713" y="3054027"/>
              <a:ext cx="773328" cy="102131"/>
            </a:xfrm>
            <a:custGeom>
              <a:avLst/>
              <a:gdLst/>
              <a:ahLst/>
              <a:cxnLst/>
              <a:rect l="l" t="t" r="r" b="b"/>
              <a:pathLst>
                <a:path w="35945" h="8298" extrusionOk="0">
                  <a:moveTo>
                    <a:pt x="1" y="1"/>
                  </a:moveTo>
                  <a:lnTo>
                    <a:pt x="1" y="8297"/>
                  </a:lnTo>
                  <a:lnTo>
                    <a:pt x="35945" y="8297"/>
                  </a:lnTo>
                  <a:lnTo>
                    <a:pt x="359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710;p46"/>
            <p:cNvSpPr/>
            <p:nvPr/>
          </p:nvSpPr>
          <p:spPr>
            <a:xfrm flipH="1">
              <a:off x="1253290" y="3054027"/>
              <a:ext cx="178525" cy="102131"/>
            </a:xfrm>
            <a:custGeom>
              <a:avLst/>
              <a:gdLst/>
              <a:ahLst/>
              <a:cxnLst/>
              <a:rect l="l" t="t" r="r" b="b"/>
              <a:pathLst>
                <a:path w="8298" h="8298" extrusionOk="0">
                  <a:moveTo>
                    <a:pt x="0" y="1"/>
                  </a:moveTo>
                  <a:lnTo>
                    <a:pt x="0" y="8297"/>
                  </a:lnTo>
                  <a:lnTo>
                    <a:pt x="8297" y="8297"/>
                  </a:lnTo>
                  <a:lnTo>
                    <a:pt x="8297" y="1"/>
                  </a:lnTo>
                  <a:close/>
                </a:path>
              </a:pathLst>
            </a:custGeom>
            <a:solidFill>
              <a:srgbClr val="FFFFFF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711;p46"/>
            <p:cNvSpPr/>
            <p:nvPr/>
          </p:nvSpPr>
          <p:spPr>
            <a:xfrm flipH="1">
              <a:off x="969563" y="3054027"/>
              <a:ext cx="178525" cy="102131"/>
            </a:xfrm>
            <a:custGeom>
              <a:avLst/>
              <a:gdLst/>
              <a:ahLst/>
              <a:cxnLst/>
              <a:rect l="l" t="t" r="r" b="b"/>
              <a:pathLst>
                <a:path w="8298" h="8298" extrusionOk="0">
                  <a:moveTo>
                    <a:pt x="1" y="1"/>
                  </a:moveTo>
                  <a:lnTo>
                    <a:pt x="1" y="8297"/>
                  </a:lnTo>
                  <a:lnTo>
                    <a:pt x="8297" y="8297"/>
                  </a:lnTo>
                  <a:lnTo>
                    <a:pt x="8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7" name="Google Shape;712;p46"/>
            <p:cNvSpPr/>
            <p:nvPr/>
          </p:nvSpPr>
          <p:spPr>
            <a:xfrm flipH="1">
              <a:off x="7332" y="3268145"/>
              <a:ext cx="178504" cy="102131"/>
            </a:xfrm>
            <a:custGeom>
              <a:avLst/>
              <a:gdLst/>
              <a:ahLst/>
              <a:cxnLst/>
              <a:rect l="l" t="t" r="r" b="b"/>
              <a:pathLst>
                <a:path w="8297" h="8298" extrusionOk="0">
                  <a:moveTo>
                    <a:pt x="0" y="0"/>
                  </a:moveTo>
                  <a:lnTo>
                    <a:pt x="0" y="8297"/>
                  </a:lnTo>
                  <a:lnTo>
                    <a:pt x="8297" y="8297"/>
                  </a:lnTo>
                  <a:lnTo>
                    <a:pt x="82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8" name="Google Shape;713;p46"/>
            <p:cNvSpPr/>
            <p:nvPr/>
          </p:nvSpPr>
          <p:spPr>
            <a:xfrm flipH="1">
              <a:off x="329211" y="3268145"/>
              <a:ext cx="1823157" cy="102131"/>
            </a:xfrm>
            <a:custGeom>
              <a:avLst/>
              <a:gdLst/>
              <a:ahLst/>
              <a:cxnLst/>
              <a:rect l="l" t="t" r="r" b="b"/>
              <a:pathLst>
                <a:path w="84742" h="8298" extrusionOk="0">
                  <a:moveTo>
                    <a:pt x="1" y="0"/>
                  </a:moveTo>
                  <a:lnTo>
                    <a:pt x="1" y="8297"/>
                  </a:lnTo>
                  <a:lnTo>
                    <a:pt x="84741" y="8297"/>
                  </a:lnTo>
                  <a:lnTo>
                    <a:pt x="847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40" name="Google Shape;514;p39"/>
          <p:cNvSpPr txBox="1">
            <a:spLocks noGrp="1"/>
          </p:cNvSpPr>
          <p:nvPr>
            <p:ph type="title"/>
          </p:nvPr>
        </p:nvSpPr>
        <p:spPr>
          <a:xfrm>
            <a:off x="1534239" y="553044"/>
            <a:ext cx="8784000" cy="8920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sz="4000" dirty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For </a:t>
            </a:r>
            <a:r>
              <a:rPr lang="fr-FR" sz="4000" dirty="0" err="1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Loops</a:t>
            </a:r>
            <a:r>
              <a:rPr lang="fr-FR" sz="4000" dirty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fr-FR" sz="4000" dirty="0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</a:t>
            </a:r>
            <a:r>
              <a:rPr lang="fr-FR" sz="4000" dirty="0" err="1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Iterating</a:t>
            </a:r>
            <a:endParaRPr sz="4000" dirty="0">
              <a:solidFill>
                <a:schemeClr val="bg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2638" y="2795240"/>
            <a:ext cx="10048863" cy="1708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Purpose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: Repeating a set of instructions a specific number 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of time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       (iterating 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over a list).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Syntax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: for item in </a:t>
            </a:r>
            <a:r>
              <a:rPr lang="en-US" dirty="0" err="1">
                <a:solidFill>
                  <a:schemeClr val="bg1"/>
                </a:solidFill>
                <a:latin typeface="Lucida Console" panose="020B0609040504020204" pitchFamily="49" charset="0"/>
              </a:rPr>
              <a:t>my_list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: \n print(item)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Usage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: Printing every item in a list, or repeating a process 10 times.</a:t>
            </a:r>
            <a:endParaRPr lang="fr-FR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5" name="Groupe 4"/>
          <p:cNvGrpSpPr/>
          <p:nvPr/>
        </p:nvGrpSpPr>
        <p:grpSpPr>
          <a:xfrm>
            <a:off x="0" y="5567657"/>
            <a:ext cx="12192000" cy="895216"/>
            <a:chOff x="0" y="5567657"/>
            <a:chExt cx="12192000" cy="895216"/>
          </a:xfrm>
        </p:grpSpPr>
        <p:sp>
          <p:nvSpPr>
            <p:cNvPr id="18" name="Google Shape;747;p48"/>
            <p:cNvSpPr/>
            <p:nvPr/>
          </p:nvSpPr>
          <p:spPr>
            <a:xfrm>
              <a:off x="0" y="5567657"/>
              <a:ext cx="12192000" cy="895216"/>
            </a:xfrm>
            <a:custGeom>
              <a:avLst/>
              <a:gdLst/>
              <a:ahLst/>
              <a:cxnLst/>
              <a:rect l="l" t="t" r="r" b="b"/>
              <a:pathLst>
                <a:path w="285750" h="20980" extrusionOk="0">
                  <a:moveTo>
                    <a:pt x="0" y="1"/>
                  </a:moveTo>
                  <a:lnTo>
                    <a:pt x="0" y="20979"/>
                  </a:lnTo>
                  <a:lnTo>
                    <a:pt x="285750" y="20979"/>
                  </a:lnTo>
                  <a:lnTo>
                    <a:pt x="285750" y="1"/>
                  </a:lnTo>
                  <a:close/>
                </a:path>
              </a:pathLst>
            </a:custGeom>
            <a:solidFill>
              <a:srgbClr val="FFFFFF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748;p48"/>
            <p:cNvSpPr/>
            <p:nvPr/>
          </p:nvSpPr>
          <p:spPr>
            <a:xfrm>
              <a:off x="8445673" y="5567657"/>
              <a:ext cx="2349525" cy="895216"/>
            </a:xfrm>
            <a:custGeom>
              <a:avLst/>
              <a:gdLst/>
              <a:ahLst/>
              <a:cxnLst/>
              <a:rect l="l" t="t" r="r" b="b"/>
              <a:pathLst>
                <a:path w="55067" h="20980" extrusionOk="0">
                  <a:moveTo>
                    <a:pt x="0" y="1"/>
                  </a:moveTo>
                  <a:lnTo>
                    <a:pt x="0" y="20979"/>
                  </a:lnTo>
                  <a:lnTo>
                    <a:pt x="55067" y="20979"/>
                  </a:lnTo>
                  <a:lnTo>
                    <a:pt x="550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749;p48"/>
            <p:cNvSpPr/>
            <p:nvPr/>
          </p:nvSpPr>
          <p:spPr>
            <a:xfrm>
              <a:off x="6096138" y="5567657"/>
              <a:ext cx="2495829" cy="895216"/>
            </a:xfrm>
            <a:custGeom>
              <a:avLst/>
              <a:gdLst/>
              <a:ahLst/>
              <a:cxnLst/>
              <a:rect l="l" t="t" r="r" b="b"/>
              <a:pathLst>
                <a:path w="58496" h="20980" extrusionOk="0">
                  <a:moveTo>
                    <a:pt x="0" y="1"/>
                  </a:moveTo>
                  <a:lnTo>
                    <a:pt x="0" y="20979"/>
                  </a:lnTo>
                  <a:lnTo>
                    <a:pt x="55066" y="20979"/>
                  </a:lnTo>
                  <a:lnTo>
                    <a:pt x="55066" y="16074"/>
                  </a:lnTo>
                  <a:lnTo>
                    <a:pt x="58495" y="16074"/>
                  </a:lnTo>
                  <a:lnTo>
                    <a:pt x="58495" y="4906"/>
                  </a:lnTo>
                  <a:lnTo>
                    <a:pt x="55066" y="4906"/>
                  </a:lnTo>
                  <a:lnTo>
                    <a:pt x="550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750;p48"/>
            <p:cNvSpPr/>
            <p:nvPr/>
          </p:nvSpPr>
          <p:spPr>
            <a:xfrm>
              <a:off x="3746559" y="5567657"/>
              <a:ext cx="2495829" cy="895216"/>
            </a:xfrm>
            <a:custGeom>
              <a:avLst/>
              <a:gdLst/>
              <a:ahLst/>
              <a:cxnLst/>
              <a:rect l="l" t="t" r="r" b="b"/>
              <a:pathLst>
                <a:path w="58496" h="20980" extrusionOk="0">
                  <a:moveTo>
                    <a:pt x="1" y="1"/>
                  </a:moveTo>
                  <a:lnTo>
                    <a:pt x="1" y="20979"/>
                  </a:lnTo>
                  <a:lnTo>
                    <a:pt x="55067" y="20979"/>
                  </a:lnTo>
                  <a:lnTo>
                    <a:pt x="55067" y="16074"/>
                  </a:lnTo>
                  <a:lnTo>
                    <a:pt x="58496" y="16074"/>
                  </a:lnTo>
                  <a:lnTo>
                    <a:pt x="58496" y="4906"/>
                  </a:lnTo>
                  <a:lnTo>
                    <a:pt x="55067" y="4906"/>
                  </a:lnTo>
                  <a:lnTo>
                    <a:pt x="550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751;p48"/>
            <p:cNvSpPr/>
            <p:nvPr/>
          </p:nvSpPr>
          <p:spPr>
            <a:xfrm>
              <a:off x="1397023" y="5567657"/>
              <a:ext cx="2495829" cy="895216"/>
            </a:xfrm>
            <a:custGeom>
              <a:avLst/>
              <a:gdLst/>
              <a:ahLst/>
              <a:cxnLst/>
              <a:rect l="l" t="t" r="r" b="b"/>
              <a:pathLst>
                <a:path w="58496" h="20980" extrusionOk="0">
                  <a:moveTo>
                    <a:pt x="0" y="1"/>
                  </a:moveTo>
                  <a:lnTo>
                    <a:pt x="0" y="20979"/>
                  </a:lnTo>
                  <a:lnTo>
                    <a:pt x="55067" y="20979"/>
                  </a:lnTo>
                  <a:lnTo>
                    <a:pt x="55067" y="16074"/>
                  </a:lnTo>
                  <a:lnTo>
                    <a:pt x="58496" y="16074"/>
                  </a:lnTo>
                  <a:lnTo>
                    <a:pt x="58496" y="4906"/>
                  </a:lnTo>
                  <a:lnTo>
                    <a:pt x="55067" y="4906"/>
                  </a:lnTo>
                  <a:lnTo>
                    <a:pt x="550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752;p48"/>
            <p:cNvSpPr/>
            <p:nvPr/>
          </p:nvSpPr>
          <p:spPr>
            <a:xfrm>
              <a:off x="0" y="5776984"/>
              <a:ext cx="12192000" cy="476581"/>
            </a:xfrm>
            <a:custGeom>
              <a:avLst/>
              <a:gdLst/>
              <a:ahLst/>
              <a:cxnLst/>
              <a:rect l="l" t="t" r="r" b="b"/>
              <a:pathLst>
                <a:path w="285750" h="11169" extrusionOk="0">
                  <a:moveTo>
                    <a:pt x="0" y="0"/>
                  </a:moveTo>
                  <a:lnTo>
                    <a:pt x="0" y="11168"/>
                  </a:lnTo>
                  <a:lnTo>
                    <a:pt x="285750" y="11168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1B1464">
                <a:alpha val="2509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762;p48"/>
            <p:cNvSpPr txBox="1"/>
            <p:nvPr/>
          </p:nvSpPr>
          <p:spPr>
            <a:xfrm flipH="1">
              <a:off x="1534172" y="5734159"/>
              <a:ext cx="2080800" cy="47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" sz="2133" b="1" kern="0" dirty="0" smtClean="0">
                  <a:solidFill>
                    <a:srgbClr val="FFFFFF"/>
                  </a:solidFill>
                  <a:latin typeface="Overpass Mono"/>
                  <a:ea typeface="Overpass Mono"/>
                  <a:cs typeface="Overpass Mono"/>
                  <a:sym typeface="Overpass Mono"/>
                </a:rPr>
                <a:t>A</a:t>
              </a:r>
              <a:endParaRPr sz="2133" b="1" kern="0" dirty="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endParaRPr>
            </a:p>
          </p:txBody>
        </p:sp>
        <p:sp>
          <p:nvSpPr>
            <p:cNvPr id="25" name="Google Shape;763;p48"/>
            <p:cNvSpPr txBox="1"/>
            <p:nvPr/>
          </p:nvSpPr>
          <p:spPr>
            <a:xfrm flipH="1">
              <a:off x="3886856" y="5734159"/>
              <a:ext cx="2080800" cy="47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" sz="2133" b="1" kern="0" dirty="0" smtClean="0">
                  <a:solidFill>
                    <a:srgbClr val="1B1464"/>
                  </a:solidFill>
                  <a:latin typeface="Overpass Mono"/>
                  <a:ea typeface="Overpass Mono"/>
                  <a:cs typeface="Overpass Mono"/>
                  <a:sym typeface="Overpass Mono"/>
                </a:rPr>
                <a:t>B</a:t>
              </a:r>
              <a:endParaRPr sz="2133" b="1" kern="0" dirty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endParaRPr>
            </a:p>
          </p:txBody>
        </p:sp>
        <p:sp>
          <p:nvSpPr>
            <p:cNvPr id="26" name="Google Shape;764;p48"/>
            <p:cNvSpPr txBox="1"/>
            <p:nvPr/>
          </p:nvSpPr>
          <p:spPr>
            <a:xfrm flipH="1">
              <a:off x="6235482" y="5734159"/>
              <a:ext cx="2080800" cy="47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" sz="2133" b="1" kern="0" dirty="0" smtClean="0">
                  <a:solidFill>
                    <a:srgbClr val="FFFFFF"/>
                  </a:solidFill>
                  <a:latin typeface="Overpass Mono"/>
                  <a:ea typeface="Overpass Mono"/>
                  <a:cs typeface="Overpass Mono"/>
                  <a:sym typeface="Overpass Mono"/>
                </a:rPr>
                <a:t>C</a:t>
              </a:r>
              <a:endParaRPr sz="2133" b="1" kern="0" dirty="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endParaRPr>
            </a:p>
          </p:txBody>
        </p:sp>
        <p:sp>
          <p:nvSpPr>
            <p:cNvPr id="39" name="Google Shape;765;p48"/>
            <p:cNvSpPr txBox="1"/>
            <p:nvPr/>
          </p:nvSpPr>
          <p:spPr>
            <a:xfrm flipH="1">
              <a:off x="8580634" y="5734159"/>
              <a:ext cx="2080800" cy="47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" sz="2133" b="1" kern="0" dirty="0" smtClean="0">
                  <a:solidFill>
                    <a:srgbClr val="1B1464"/>
                  </a:solidFill>
                  <a:latin typeface="Overpass Mono"/>
                  <a:ea typeface="Overpass Mono"/>
                  <a:cs typeface="Overpass Mono"/>
                  <a:sym typeface="Overpass Mono"/>
                </a:rPr>
                <a:t>D</a:t>
              </a:r>
              <a:endParaRPr sz="2133" b="1" kern="0" dirty="0">
                <a:solidFill>
                  <a:srgbClr val="1B1464"/>
                </a:solidFill>
                <a:latin typeface="Overpass Mono"/>
                <a:ea typeface="Overpass Mono"/>
                <a:cs typeface="Overpass Mono"/>
                <a:sym typeface="Overpass Mono"/>
              </a:endParaRPr>
            </a:p>
          </p:txBody>
        </p:sp>
      </p:grpSp>
      <p:grpSp>
        <p:nvGrpSpPr>
          <p:cNvPr id="4" name="Groupe 3"/>
          <p:cNvGrpSpPr/>
          <p:nvPr/>
        </p:nvGrpSpPr>
        <p:grpSpPr>
          <a:xfrm>
            <a:off x="2502994" y="4885861"/>
            <a:ext cx="198015" cy="598545"/>
            <a:chOff x="2502994" y="4885861"/>
            <a:chExt cx="198015" cy="598545"/>
          </a:xfrm>
        </p:grpSpPr>
        <p:sp>
          <p:nvSpPr>
            <p:cNvPr id="41" name="Google Shape;1170;p58"/>
            <p:cNvSpPr/>
            <p:nvPr/>
          </p:nvSpPr>
          <p:spPr>
            <a:xfrm>
              <a:off x="2502994" y="4885861"/>
              <a:ext cx="198015" cy="150020"/>
            </a:xfrm>
            <a:custGeom>
              <a:avLst/>
              <a:gdLst/>
              <a:ahLst/>
              <a:cxnLst/>
              <a:rect l="l" t="t" r="r" b="b"/>
              <a:pathLst>
                <a:path w="2439" h="1848" extrusionOk="0">
                  <a:moveTo>
                    <a:pt x="1580" y="1"/>
                  </a:moveTo>
                  <a:lnTo>
                    <a:pt x="1371" y="203"/>
                  </a:lnTo>
                  <a:lnTo>
                    <a:pt x="1919" y="780"/>
                  </a:lnTo>
                  <a:lnTo>
                    <a:pt x="1" y="780"/>
                  </a:lnTo>
                  <a:lnTo>
                    <a:pt x="1" y="1068"/>
                  </a:lnTo>
                  <a:lnTo>
                    <a:pt x="1919" y="1068"/>
                  </a:lnTo>
                  <a:lnTo>
                    <a:pt x="1371" y="1645"/>
                  </a:lnTo>
                  <a:lnTo>
                    <a:pt x="1580" y="1847"/>
                  </a:lnTo>
                  <a:lnTo>
                    <a:pt x="2439" y="924"/>
                  </a:lnTo>
                  <a:lnTo>
                    <a:pt x="1580" y="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2" name="Google Shape;1122;p58"/>
            <p:cNvSpPr/>
            <p:nvPr/>
          </p:nvSpPr>
          <p:spPr>
            <a:xfrm rot="5400000">
              <a:off x="2372421" y="5210680"/>
              <a:ext cx="404299" cy="143153"/>
            </a:xfrm>
            <a:custGeom>
              <a:avLst/>
              <a:gdLst/>
              <a:ahLst/>
              <a:cxnLst/>
              <a:rect l="l" t="t" r="r" b="b"/>
              <a:pathLst>
                <a:path w="3045" h="1544" extrusionOk="0">
                  <a:moveTo>
                    <a:pt x="1645" y="0"/>
                  </a:moveTo>
                  <a:lnTo>
                    <a:pt x="2143" y="505"/>
                  </a:lnTo>
                  <a:lnTo>
                    <a:pt x="0" y="505"/>
                  </a:lnTo>
                  <a:lnTo>
                    <a:pt x="0" y="1046"/>
                  </a:lnTo>
                  <a:lnTo>
                    <a:pt x="2143" y="1046"/>
                  </a:lnTo>
                  <a:lnTo>
                    <a:pt x="1645" y="1544"/>
                  </a:lnTo>
                  <a:lnTo>
                    <a:pt x="2272" y="1544"/>
                  </a:lnTo>
                  <a:lnTo>
                    <a:pt x="3044" y="772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tx2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43" name="Groupe 42"/>
          <p:cNvGrpSpPr/>
          <p:nvPr/>
        </p:nvGrpSpPr>
        <p:grpSpPr>
          <a:xfrm>
            <a:off x="4894554" y="4885861"/>
            <a:ext cx="198015" cy="598545"/>
            <a:chOff x="2502994" y="4885861"/>
            <a:chExt cx="198015" cy="598545"/>
          </a:xfrm>
        </p:grpSpPr>
        <p:sp>
          <p:nvSpPr>
            <p:cNvPr id="44" name="Google Shape;1170;p58"/>
            <p:cNvSpPr/>
            <p:nvPr/>
          </p:nvSpPr>
          <p:spPr>
            <a:xfrm>
              <a:off x="2502994" y="4885861"/>
              <a:ext cx="198015" cy="150020"/>
            </a:xfrm>
            <a:custGeom>
              <a:avLst/>
              <a:gdLst/>
              <a:ahLst/>
              <a:cxnLst/>
              <a:rect l="l" t="t" r="r" b="b"/>
              <a:pathLst>
                <a:path w="2439" h="1848" extrusionOk="0">
                  <a:moveTo>
                    <a:pt x="1580" y="1"/>
                  </a:moveTo>
                  <a:lnTo>
                    <a:pt x="1371" y="203"/>
                  </a:lnTo>
                  <a:lnTo>
                    <a:pt x="1919" y="780"/>
                  </a:lnTo>
                  <a:lnTo>
                    <a:pt x="1" y="780"/>
                  </a:lnTo>
                  <a:lnTo>
                    <a:pt x="1" y="1068"/>
                  </a:lnTo>
                  <a:lnTo>
                    <a:pt x="1919" y="1068"/>
                  </a:lnTo>
                  <a:lnTo>
                    <a:pt x="1371" y="1645"/>
                  </a:lnTo>
                  <a:lnTo>
                    <a:pt x="1580" y="1847"/>
                  </a:lnTo>
                  <a:lnTo>
                    <a:pt x="2439" y="924"/>
                  </a:lnTo>
                  <a:lnTo>
                    <a:pt x="1580" y="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5" name="Google Shape;1122;p58"/>
            <p:cNvSpPr/>
            <p:nvPr/>
          </p:nvSpPr>
          <p:spPr>
            <a:xfrm rot="5400000">
              <a:off x="2372421" y="5210680"/>
              <a:ext cx="404299" cy="143153"/>
            </a:xfrm>
            <a:custGeom>
              <a:avLst/>
              <a:gdLst/>
              <a:ahLst/>
              <a:cxnLst/>
              <a:rect l="l" t="t" r="r" b="b"/>
              <a:pathLst>
                <a:path w="3045" h="1544" extrusionOk="0">
                  <a:moveTo>
                    <a:pt x="1645" y="0"/>
                  </a:moveTo>
                  <a:lnTo>
                    <a:pt x="2143" y="505"/>
                  </a:lnTo>
                  <a:lnTo>
                    <a:pt x="0" y="505"/>
                  </a:lnTo>
                  <a:lnTo>
                    <a:pt x="0" y="1046"/>
                  </a:lnTo>
                  <a:lnTo>
                    <a:pt x="2143" y="1046"/>
                  </a:lnTo>
                  <a:lnTo>
                    <a:pt x="1645" y="1544"/>
                  </a:lnTo>
                  <a:lnTo>
                    <a:pt x="2272" y="1544"/>
                  </a:lnTo>
                  <a:lnTo>
                    <a:pt x="3044" y="772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tx2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46" name="Groupe 45"/>
          <p:cNvGrpSpPr/>
          <p:nvPr/>
        </p:nvGrpSpPr>
        <p:grpSpPr>
          <a:xfrm>
            <a:off x="7241968" y="4885861"/>
            <a:ext cx="198015" cy="598545"/>
            <a:chOff x="2502994" y="4885861"/>
            <a:chExt cx="198015" cy="598545"/>
          </a:xfrm>
        </p:grpSpPr>
        <p:sp>
          <p:nvSpPr>
            <p:cNvPr id="47" name="Google Shape;1170;p58"/>
            <p:cNvSpPr/>
            <p:nvPr/>
          </p:nvSpPr>
          <p:spPr>
            <a:xfrm>
              <a:off x="2502994" y="4885861"/>
              <a:ext cx="198015" cy="150020"/>
            </a:xfrm>
            <a:custGeom>
              <a:avLst/>
              <a:gdLst/>
              <a:ahLst/>
              <a:cxnLst/>
              <a:rect l="l" t="t" r="r" b="b"/>
              <a:pathLst>
                <a:path w="2439" h="1848" extrusionOk="0">
                  <a:moveTo>
                    <a:pt x="1580" y="1"/>
                  </a:moveTo>
                  <a:lnTo>
                    <a:pt x="1371" y="203"/>
                  </a:lnTo>
                  <a:lnTo>
                    <a:pt x="1919" y="780"/>
                  </a:lnTo>
                  <a:lnTo>
                    <a:pt x="1" y="780"/>
                  </a:lnTo>
                  <a:lnTo>
                    <a:pt x="1" y="1068"/>
                  </a:lnTo>
                  <a:lnTo>
                    <a:pt x="1919" y="1068"/>
                  </a:lnTo>
                  <a:lnTo>
                    <a:pt x="1371" y="1645"/>
                  </a:lnTo>
                  <a:lnTo>
                    <a:pt x="1580" y="1847"/>
                  </a:lnTo>
                  <a:lnTo>
                    <a:pt x="2439" y="924"/>
                  </a:lnTo>
                  <a:lnTo>
                    <a:pt x="1580" y="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8" name="Google Shape;1122;p58"/>
            <p:cNvSpPr/>
            <p:nvPr/>
          </p:nvSpPr>
          <p:spPr>
            <a:xfrm rot="5400000">
              <a:off x="2372421" y="5210680"/>
              <a:ext cx="404299" cy="143153"/>
            </a:xfrm>
            <a:custGeom>
              <a:avLst/>
              <a:gdLst/>
              <a:ahLst/>
              <a:cxnLst/>
              <a:rect l="l" t="t" r="r" b="b"/>
              <a:pathLst>
                <a:path w="3045" h="1544" extrusionOk="0">
                  <a:moveTo>
                    <a:pt x="1645" y="0"/>
                  </a:moveTo>
                  <a:lnTo>
                    <a:pt x="2143" y="505"/>
                  </a:lnTo>
                  <a:lnTo>
                    <a:pt x="0" y="505"/>
                  </a:lnTo>
                  <a:lnTo>
                    <a:pt x="0" y="1046"/>
                  </a:lnTo>
                  <a:lnTo>
                    <a:pt x="2143" y="1046"/>
                  </a:lnTo>
                  <a:lnTo>
                    <a:pt x="1645" y="1544"/>
                  </a:lnTo>
                  <a:lnTo>
                    <a:pt x="2272" y="1544"/>
                  </a:lnTo>
                  <a:lnTo>
                    <a:pt x="3044" y="772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tx2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70" name="Groupe 69"/>
          <p:cNvGrpSpPr/>
          <p:nvPr/>
        </p:nvGrpSpPr>
        <p:grpSpPr>
          <a:xfrm>
            <a:off x="2502994" y="4903110"/>
            <a:ext cx="198015" cy="598545"/>
            <a:chOff x="2502994" y="4885861"/>
            <a:chExt cx="198015" cy="598545"/>
          </a:xfrm>
        </p:grpSpPr>
        <p:sp>
          <p:nvSpPr>
            <p:cNvPr id="71" name="Google Shape;1170;p58"/>
            <p:cNvSpPr/>
            <p:nvPr/>
          </p:nvSpPr>
          <p:spPr>
            <a:xfrm>
              <a:off x="2502994" y="4885861"/>
              <a:ext cx="198015" cy="150020"/>
            </a:xfrm>
            <a:custGeom>
              <a:avLst/>
              <a:gdLst/>
              <a:ahLst/>
              <a:cxnLst/>
              <a:rect l="l" t="t" r="r" b="b"/>
              <a:pathLst>
                <a:path w="2439" h="1848" extrusionOk="0">
                  <a:moveTo>
                    <a:pt x="1580" y="1"/>
                  </a:moveTo>
                  <a:lnTo>
                    <a:pt x="1371" y="203"/>
                  </a:lnTo>
                  <a:lnTo>
                    <a:pt x="1919" y="780"/>
                  </a:lnTo>
                  <a:lnTo>
                    <a:pt x="1" y="780"/>
                  </a:lnTo>
                  <a:lnTo>
                    <a:pt x="1" y="1068"/>
                  </a:lnTo>
                  <a:lnTo>
                    <a:pt x="1919" y="1068"/>
                  </a:lnTo>
                  <a:lnTo>
                    <a:pt x="1371" y="1645"/>
                  </a:lnTo>
                  <a:lnTo>
                    <a:pt x="1580" y="1847"/>
                  </a:lnTo>
                  <a:lnTo>
                    <a:pt x="2439" y="924"/>
                  </a:lnTo>
                  <a:lnTo>
                    <a:pt x="1580" y="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2" name="Google Shape;1122;p58"/>
            <p:cNvSpPr/>
            <p:nvPr/>
          </p:nvSpPr>
          <p:spPr>
            <a:xfrm rot="5400000">
              <a:off x="2372421" y="5210680"/>
              <a:ext cx="404299" cy="143153"/>
            </a:xfrm>
            <a:custGeom>
              <a:avLst/>
              <a:gdLst/>
              <a:ahLst/>
              <a:cxnLst/>
              <a:rect l="l" t="t" r="r" b="b"/>
              <a:pathLst>
                <a:path w="3045" h="1544" extrusionOk="0">
                  <a:moveTo>
                    <a:pt x="1645" y="0"/>
                  </a:moveTo>
                  <a:lnTo>
                    <a:pt x="2143" y="505"/>
                  </a:lnTo>
                  <a:lnTo>
                    <a:pt x="0" y="505"/>
                  </a:lnTo>
                  <a:lnTo>
                    <a:pt x="0" y="1046"/>
                  </a:lnTo>
                  <a:lnTo>
                    <a:pt x="2143" y="1046"/>
                  </a:lnTo>
                  <a:lnTo>
                    <a:pt x="1645" y="1544"/>
                  </a:lnTo>
                  <a:lnTo>
                    <a:pt x="2272" y="1544"/>
                  </a:lnTo>
                  <a:lnTo>
                    <a:pt x="3044" y="772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tx2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73" name="Groupe 72"/>
          <p:cNvGrpSpPr/>
          <p:nvPr/>
        </p:nvGrpSpPr>
        <p:grpSpPr>
          <a:xfrm>
            <a:off x="4894554" y="4903110"/>
            <a:ext cx="198015" cy="598545"/>
            <a:chOff x="2502994" y="4885861"/>
            <a:chExt cx="198015" cy="598545"/>
          </a:xfrm>
        </p:grpSpPr>
        <p:sp>
          <p:nvSpPr>
            <p:cNvPr id="74" name="Google Shape;1170;p58"/>
            <p:cNvSpPr/>
            <p:nvPr/>
          </p:nvSpPr>
          <p:spPr>
            <a:xfrm>
              <a:off x="2502994" y="4885861"/>
              <a:ext cx="198015" cy="150020"/>
            </a:xfrm>
            <a:custGeom>
              <a:avLst/>
              <a:gdLst/>
              <a:ahLst/>
              <a:cxnLst/>
              <a:rect l="l" t="t" r="r" b="b"/>
              <a:pathLst>
                <a:path w="2439" h="1848" extrusionOk="0">
                  <a:moveTo>
                    <a:pt x="1580" y="1"/>
                  </a:moveTo>
                  <a:lnTo>
                    <a:pt x="1371" y="203"/>
                  </a:lnTo>
                  <a:lnTo>
                    <a:pt x="1919" y="780"/>
                  </a:lnTo>
                  <a:lnTo>
                    <a:pt x="1" y="780"/>
                  </a:lnTo>
                  <a:lnTo>
                    <a:pt x="1" y="1068"/>
                  </a:lnTo>
                  <a:lnTo>
                    <a:pt x="1919" y="1068"/>
                  </a:lnTo>
                  <a:lnTo>
                    <a:pt x="1371" y="1645"/>
                  </a:lnTo>
                  <a:lnTo>
                    <a:pt x="1580" y="1847"/>
                  </a:lnTo>
                  <a:lnTo>
                    <a:pt x="2439" y="924"/>
                  </a:lnTo>
                  <a:lnTo>
                    <a:pt x="1580" y="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5" name="Google Shape;1122;p58"/>
            <p:cNvSpPr/>
            <p:nvPr/>
          </p:nvSpPr>
          <p:spPr>
            <a:xfrm rot="5400000">
              <a:off x="2372421" y="5210680"/>
              <a:ext cx="404299" cy="143153"/>
            </a:xfrm>
            <a:custGeom>
              <a:avLst/>
              <a:gdLst/>
              <a:ahLst/>
              <a:cxnLst/>
              <a:rect l="l" t="t" r="r" b="b"/>
              <a:pathLst>
                <a:path w="3045" h="1544" extrusionOk="0">
                  <a:moveTo>
                    <a:pt x="1645" y="0"/>
                  </a:moveTo>
                  <a:lnTo>
                    <a:pt x="2143" y="505"/>
                  </a:lnTo>
                  <a:lnTo>
                    <a:pt x="0" y="505"/>
                  </a:lnTo>
                  <a:lnTo>
                    <a:pt x="0" y="1046"/>
                  </a:lnTo>
                  <a:lnTo>
                    <a:pt x="2143" y="1046"/>
                  </a:lnTo>
                  <a:lnTo>
                    <a:pt x="1645" y="1544"/>
                  </a:lnTo>
                  <a:lnTo>
                    <a:pt x="2272" y="1544"/>
                  </a:lnTo>
                  <a:lnTo>
                    <a:pt x="3044" y="772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tx2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76" name="Groupe 75"/>
          <p:cNvGrpSpPr/>
          <p:nvPr/>
        </p:nvGrpSpPr>
        <p:grpSpPr>
          <a:xfrm>
            <a:off x="7241968" y="4903110"/>
            <a:ext cx="198015" cy="598545"/>
            <a:chOff x="2502994" y="4885861"/>
            <a:chExt cx="198015" cy="598545"/>
          </a:xfrm>
        </p:grpSpPr>
        <p:sp>
          <p:nvSpPr>
            <p:cNvPr id="77" name="Google Shape;1170;p58"/>
            <p:cNvSpPr/>
            <p:nvPr/>
          </p:nvSpPr>
          <p:spPr>
            <a:xfrm>
              <a:off x="2502994" y="4885861"/>
              <a:ext cx="198015" cy="150020"/>
            </a:xfrm>
            <a:custGeom>
              <a:avLst/>
              <a:gdLst/>
              <a:ahLst/>
              <a:cxnLst/>
              <a:rect l="l" t="t" r="r" b="b"/>
              <a:pathLst>
                <a:path w="2439" h="1848" extrusionOk="0">
                  <a:moveTo>
                    <a:pt x="1580" y="1"/>
                  </a:moveTo>
                  <a:lnTo>
                    <a:pt x="1371" y="203"/>
                  </a:lnTo>
                  <a:lnTo>
                    <a:pt x="1919" y="780"/>
                  </a:lnTo>
                  <a:lnTo>
                    <a:pt x="1" y="780"/>
                  </a:lnTo>
                  <a:lnTo>
                    <a:pt x="1" y="1068"/>
                  </a:lnTo>
                  <a:lnTo>
                    <a:pt x="1919" y="1068"/>
                  </a:lnTo>
                  <a:lnTo>
                    <a:pt x="1371" y="1645"/>
                  </a:lnTo>
                  <a:lnTo>
                    <a:pt x="1580" y="1847"/>
                  </a:lnTo>
                  <a:lnTo>
                    <a:pt x="2439" y="924"/>
                  </a:lnTo>
                  <a:lnTo>
                    <a:pt x="1580" y="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8" name="Google Shape;1122;p58"/>
            <p:cNvSpPr/>
            <p:nvPr/>
          </p:nvSpPr>
          <p:spPr>
            <a:xfrm rot="5400000">
              <a:off x="2372421" y="5210680"/>
              <a:ext cx="404299" cy="143153"/>
            </a:xfrm>
            <a:custGeom>
              <a:avLst/>
              <a:gdLst/>
              <a:ahLst/>
              <a:cxnLst/>
              <a:rect l="l" t="t" r="r" b="b"/>
              <a:pathLst>
                <a:path w="3045" h="1544" extrusionOk="0">
                  <a:moveTo>
                    <a:pt x="1645" y="0"/>
                  </a:moveTo>
                  <a:lnTo>
                    <a:pt x="2143" y="505"/>
                  </a:lnTo>
                  <a:lnTo>
                    <a:pt x="0" y="505"/>
                  </a:lnTo>
                  <a:lnTo>
                    <a:pt x="0" y="1046"/>
                  </a:lnTo>
                  <a:lnTo>
                    <a:pt x="2143" y="1046"/>
                  </a:lnTo>
                  <a:lnTo>
                    <a:pt x="1645" y="1544"/>
                  </a:lnTo>
                  <a:lnTo>
                    <a:pt x="2272" y="1544"/>
                  </a:lnTo>
                  <a:lnTo>
                    <a:pt x="3044" y="772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tx2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79" name="Groupe 78"/>
          <p:cNvGrpSpPr/>
          <p:nvPr/>
        </p:nvGrpSpPr>
        <p:grpSpPr>
          <a:xfrm>
            <a:off x="2502994" y="4901804"/>
            <a:ext cx="198015" cy="598545"/>
            <a:chOff x="2502994" y="4885861"/>
            <a:chExt cx="198015" cy="598545"/>
          </a:xfrm>
        </p:grpSpPr>
        <p:sp>
          <p:nvSpPr>
            <p:cNvPr id="80" name="Google Shape;1170;p58"/>
            <p:cNvSpPr/>
            <p:nvPr/>
          </p:nvSpPr>
          <p:spPr>
            <a:xfrm>
              <a:off x="2502994" y="4885861"/>
              <a:ext cx="198015" cy="150020"/>
            </a:xfrm>
            <a:custGeom>
              <a:avLst/>
              <a:gdLst/>
              <a:ahLst/>
              <a:cxnLst/>
              <a:rect l="l" t="t" r="r" b="b"/>
              <a:pathLst>
                <a:path w="2439" h="1848" extrusionOk="0">
                  <a:moveTo>
                    <a:pt x="1580" y="1"/>
                  </a:moveTo>
                  <a:lnTo>
                    <a:pt x="1371" y="203"/>
                  </a:lnTo>
                  <a:lnTo>
                    <a:pt x="1919" y="780"/>
                  </a:lnTo>
                  <a:lnTo>
                    <a:pt x="1" y="780"/>
                  </a:lnTo>
                  <a:lnTo>
                    <a:pt x="1" y="1068"/>
                  </a:lnTo>
                  <a:lnTo>
                    <a:pt x="1919" y="1068"/>
                  </a:lnTo>
                  <a:lnTo>
                    <a:pt x="1371" y="1645"/>
                  </a:lnTo>
                  <a:lnTo>
                    <a:pt x="1580" y="1847"/>
                  </a:lnTo>
                  <a:lnTo>
                    <a:pt x="2439" y="924"/>
                  </a:lnTo>
                  <a:lnTo>
                    <a:pt x="1580" y="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1" name="Google Shape;1122;p58"/>
            <p:cNvSpPr/>
            <p:nvPr/>
          </p:nvSpPr>
          <p:spPr>
            <a:xfrm rot="5400000">
              <a:off x="2372421" y="5210680"/>
              <a:ext cx="404299" cy="143153"/>
            </a:xfrm>
            <a:custGeom>
              <a:avLst/>
              <a:gdLst/>
              <a:ahLst/>
              <a:cxnLst/>
              <a:rect l="l" t="t" r="r" b="b"/>
              <a:pathLst>
                <a:path w="3045" h="1544" extrusionOk="0">
                  <a:moveTo>
                    <a:pt x="1645" y="0"/>
                  </a:moveTo>
                  <a:lnTo>
                    <a:pt x="2143" y="505"/>
                  </a:lnTo>
                  <a:lnTo>
                    <a:pt x="0" y="505"/>
                  </a:lnTo>
                  <a:lnTo>
                    <a:pt x="0" y="1046"/>
                  </a:lnTo>
                  <a:lnTo>
                    <a:pt x="2143" y="1046"/>
                  </a:lnTo>
                  <a:lnTo>
                    <a:pt x="1645" y="1544"/>
                  </a:lnTo>
                  <a:lnTo>
                    <a:pt x="2272" y="1544"/>
                  </a:lnTo>
                  <a:lnTo>
                    <a:pt x="3044" y="772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tx2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82" name="Groupe 81"/>
          <p:cNvGrpSpPr/>
          <p:nvPr/>
        </p:nvGrpSpPr>
        <p:grpSpPr>
          <a:xfrm>
            <a:off x="4894554" y="4901804"/>
            <a:ext cx="198015" cy="598545"/>
            <a:chOff x="2502994" y="4885861"/>
            <a:chExt cx="198015" cy="598545"/>
          </a:xfrm>
        </p:grpSpPr>
        <p:sp>
          <p:nvSpPr>
            <p:cNvPr id="83" name="Google Shape;1170;p58"/>
            <p:cNvSpPr/>
            <p:nvPr/>
          </p:nvSpPr>
          <p:spPr>
            <a:xfrm>
              <a:off x="2502994" y="4885861"/>
              <a:ext cx="198015" cy="150020"/>
            </a:xfrm>
            <a:custGeom>
              <a:avLst/>
              <a:gdLst/>
              <a:ahLst/>
              <a:cxnLst/>
              <a:rect l="l" t="t" r="r" b="b"/>
              <a:pathLst>
                <a:path w="2439" h="1848" extrusionOk="0">
                  <a:moveTo>
                    <a:pt x="1580" y="1"/>
                  </a:moveTo>
                  <a:lnTo>
                    <a:pt x="1371" y="203"/>
                  </a:lnTo>
                  <a:lnTo>
                    <a:pt x="1919" y="780"/>
                  </a:lnTo>
                  <a:lnTo>
                    <a:pt x="1" y="780"/>
                  </a:lnTo>
                  <a:lnTo>
                    <a:pt x="1" y="1068"/>
                  </a:lnTo>
                  <a:lnTo>
                    <a:pt x="1919" y="1068"/>
                  </a:lnTo>
                  <a:lnTo>
                    <a:pt x="1371" y="1645"/>
                  </a:lnTo>
                  <a:lnTo>
                    <a:pt x="1580" y="1847"/>
                  </a:lnTo>
                  <a:lnTo>
                    <a:pt x="2439" y="924"/>
                  </a:lnTo>
                  <a:lnTo>
                    <a:pt x="1580" y="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4" name="Google Shape;1122;p58"/>
            <p:cNvSpPr/>
            <p:nvPr/>
          </p:nvSpPr>
          <p:spPr>
            <a:xfrm rot="5400000">
              <a:off x="2372421" y="5210680"/>
              <a:ext cx="404299" cy="143153"/>
            </a:xfrm>
            <a:custGeom>
              <a:avLst/>
              <a:gdLst/>
              <a:ahLst/>
              <a:cxnLst/>
              <a:rect l="l" t="t" r="r" b="b"/>
              <a:pathLst>
                <a:path w="3045" h="1544" extrusionOk="0">
                  <a:moveTo>
                    <a:pt x="1645" y="0"/>
                  </a:moveTo>
                  <a:lnTo>
                    <a:pt x="2143" y="505"/>
                  </a:lnTo>
                  <a:lnTo>
                    <a:pt x="0" y="505"/>
                  </a:lnTo>
                  <a:lnTo>
                    <a:pt x="0" y="1046"/>
                  </a:lnTo>
                  <a:lnTo>
                    <a:pt x="2143" y="1046"/>
                  </a:lnTo>
                  <a:lnTo>
                    <a:pt x="1645" y="1544"/>
                  </a:lnTo>
                  <a:lnTo>
                    <a:pt x="2272" y="1544"/>
                  </a:lnTo>
                  <a:lnTo>
                    <a:pt x="3044" y="772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tx2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85" name="Groupe 84"/>
          <p:cNvGrpSpPr/>
          <p:nvPr/>
        </p:nvGrpSpPr>
        <p:grpSpPr>
          <a:xfrm>
            <a:off x="7241968" y="4901804"/>
            <a:ext cx="198015" cy="598545"/>
            <a:chOff x="2502994" y="4885861"/>
            <a:chExt cx="198015" cy="598545"/>
          </a:xfrm>
        </p:grpSpPr>
        <p:sp>
          <p:nvSpPr>
            <p:cNvPr id="86" name="Google Shape;1170;p58"/>
            <p:cNvSpPr/>
            <p:nvPr/>
          </p:nvSpPr>
          <p:spPr>
            <a:xfrm>
              <a:off x="2502994" y="4885861"/>
              <a:ext cx="198015" cy="150020"/>
            </a:xfrm>
            <a:custGeom>
              <a:avLst/>
              <a:gdLst/>
              <a:ahLst/>
              <a:cxnLst/>
              <a:rect l="l" t="t" r="r" b="b"/>
              <a:pathLst>
                <a:path w="2439" h="1848" extrusionOk="0">
                  <a:moveTo>
                    <a:pt x="1580" y="1"/>
                  </a:moveTo>
                  <a:lnTo>
                    <a:pt x="1371" y="203"/>
                  </a:lnTo>
                  <a:lnTo>
                    <a:pt x="1919" y="780"/>
                  </a:lnTo>
                  <a:lnTo>
                    <a:pt x="1" y="780"/>
                  </a:lnTo>
                  <a:lnTo>
                    <a:pt x="1" y="1068"/>
                  </a:lnTo>
                  <a:lnTo>
                    <a:pt x="1919" y="1068"/>
                  </a:lnTo>
                  <a:lnTo>
                    <a:pt x="1371" y="1645"/>
                  </a:lnTo>
                  <a:lnTo>
                    <a:pt x="1580" y="1847"/>
                  </a:lnTo>
                  <a:lnTo>
                    <a:pt x="2439" y="924"/>
                  </a:lnTo>
                  <a:lnTo>
                    <a:pt x="1580" y="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7" name="Google Shape;1122;p58"/>
            <p:cNvSpPr/>
            <p:nvPr/>
          </p:nvSpPr>
          <p:spPr>
            <a:xfrm rot="5400000">
              <a:off x="2372421" y="5210680"/>
              <a:ext cx="404299" cy="143153"/>
            </a:xfrm>
            <a:custGeom>
              <a:avLst/>
              <a:gdLst/>
              <a:ahLst/>
              <a:cxnLst/>
              <a:rect l="l" t="t" r="r" b="b"/>
              <a:pathLst>
                <a:path w="3045" h="1544" extrusionOk="0">
                  <a:moveTo>
                    <a:pt x="1645" y="0"/>
                  </a:moveTo>
                  <a:lnTo>
                    <a:pt x="2143" y="505"/>
                  </a:lnTo>
                  <a:lnTo>
                    <a:pt x="0" y="505"/>
                  </a:lnTo>
                  <a:lnTo>
                    <a:pt x="0" y="1046"/>
                  </a:lnTo>
                  <a:lnTo>
                    <a:pt x="2143" y="1046"/>
                  </a:lnTo>
                  <a:lnTo>
                    <a:pt x="1645" y="1544"/>
                  </a:lnTo>
                  <a:lnTo>
                    <a:pt x="2272" y="1544"/>
                  </a:lnTo>
                  <a:lnTo>
                    <a:pt x="3044" y="772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chemeClr val="tx2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457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48148E-6 L 0.19609 -4.81481E-6 " pathEditMode="relative" rAng="0" ptsTypes="AA">
                                      <p:cBhvr>
                                        <p:cTn id="31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9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48148E-6 L 0.19244 0.00254 " pathEditMode="relative" rAng="0" ptsTypes="AA">
                                      <p:cBhvr>
                                        <p:cTn id="40" dur="1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22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48148E-6 L 0.19245 0.00254 " pathEditMode="relative" rAng="0" ptsTypes="AA">
                                      <p:cBhvr>
                                        <p:cTn id="49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22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81481E-6 L 0.1961 -4.81481E-6 " pathEditMode="relative" rAng="0" ptsTypes="AA">
                                      <p:cBhvr>
                                        <p:cTn id="59" dur="1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0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4.81481E-6 L 0.19244 0.00255 " pathEditMode="relative" rAng="0" ptsTypes="AA">
                                      <p:cBhvr>
                                        <p:cTn id="68" dur="1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22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500"/>
                            </p:stCondLst>
                            <p:childTnLst>
                              <p:par>
                                <p:cTn id="7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81481E-6 L 0.19245 0.00255 " pathEditMode="relative" rAng="0" ptsTypes="AA">
                                      <p:cBhvr>
                                        <p:cTn id="77" dur="1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22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1000"/>
                            </p:stCondLst>
                            <p:childTnLst>
                              <p:par>
                                <p:cTn id="7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2000"/>
                            </p:stCondLst>
                            <p:childTnLst>
                              <p:par>
                                <p:cTn id="8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3.33333E-6 L 0.1961 -3.33333E-6 " pathEditMode="relative" rAng="0" ptsTypes="AA">
                                      <p:cBhvr>
                                        <p:cTn id="87" dur="1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0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3500"/>
                            </p:stCondLst>
                            <p:childTnLst>
                              <p:par>
                                <p:cTn id="8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3.33333E-6 L 0.19244 0.00255 " pathEditMode="relative" rAng="0" ptsTypes="AA">
                                      <p:cBhvr>
                                        <p:cTn id="96" dur="1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22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0"/>
                            </p:stCondLst>
                            <p:childTnLst>
                              <p:par>
                                <p:cTn id="9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0.19245 0.00255 " pathEditMode="relative" rAng="0" ptsTypes="AA">
                                      <p:cBhvr>
                                        <p:cTn id="105" dur="1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22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6500"/>
                            </p:stCondLst>
                            <p:childTnLst>
                              <p:par>
                                <p:cTn id="10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Image 8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832" y="3066330"/>
            <a:ext cx="2999995" cy="29999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ctangle 3"/>
          <p:cNvSpPr/>
          <p:nvPr/>
        </p:nvSpPr>
        <p:spPr>
          <a:xfrm>
            <a:off x="894522" y="2020046"/>
            <a:ext cx="701702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Purpose: 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Repeating as long as a condition remains true</a:t>
            </a:r>
            <a:r>
              <a:rPr lang="en-US" sz="20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endParaRPr lang="en-US" sz="200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Usage: 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Login programs (continuing to prompt until correct input</a:t>
            </a:r>
            <a:r>
              <a:rPr lang="en-US" sz="20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endParaRPr lang="en-US" sz="200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Caution: 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Must have an exit condition to avoid an infinite loop.</a:t>
            </a:r>
          </a:p>
        </p:txBody>
      </p:sp>
      <p:sp>
        <p:nvSpPr>
          <p:cNvPr id="512" name="Rectangle 511"/>
          <p:cNvSpPr/>
          <p:nvPr/>
        </p:nvSpPr>
        <p:spPr>
          <a:xfrm>
            <a:off x="8500832" y="0"/>
            <a:ext cx="3597966" cy="2080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2" name="Google Shape;532;p41"/>
          <p:cNvSpPr txBox="1">
            <a:spLocks noGrp="1"/>
          </p:cNvSpPr>
          <p:nvPr>
            <p:ph type="title"/>
          </p:nvPr>
        </p:nvSpPr>
        <p:spPr>
          <a:xfrm>
            <a:off x="1336813" y="624559"/>
            <a:ext cx="8664017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While Loops 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– Repeating Until 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True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13" name="Rectangle 512"/>
          <p:cNvSpPr/>
          <p:nvPr/>
        </p:nvSpPr>
        <p:spPr>
          <a:xfrm>
            <a:off x="8500832" y="2080582"/>
            <a:ext cx="3691168" cy="3445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6556921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1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1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/>
          </p:nvPr>
        </p:nvSpPr>
        <p:spPr>
          <a:xfrm>
            <a:off x="254400" y="3612660"/>
            <a:ext cx="11585600" cy="597200"/>
          </a:xfrm>
          <a:prstGeom prst="rect">
            <a:avLst/>
          </a:prstGeom>
        </p:spPr>
        <p:txBody>
          <a:bodyPr spcFirstLastPara="1" wrap="square" lIns="121900" tIns="0" rIns="121900" bIns="0" anchor="ctr" anchorCtr="0">
            <a:noAutofit/>
          </a:bodyPr>
          <a:lstStyle/>
          <a:p>
            <a:pPr lvl="0"/>
            <a:r>
              <a:rPr lang="en-US" sz="4400" dirty="0">
                <a:latin typeface="Lucida Console" panose="020B0609040504020204" pitchFamily="49" charset="0"/>
              </a:rPr>
              <a:t>Code Organization and Reusability</a:t>
            </a:r>
            <a:endParaRPr sz="4400" dirty="0">
              <a:latin typeface="Lucida Console" panose="020B0609040504020204" pitchFamily="49" charset="0"/>
            </a:endParaRPr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121900" tIns="0" rIns="121900" bIns="0" anchor="b" anchorCtr="0">
            <a:noAutofit/>
          </a:bodyPr>
          <a:lstStyle/>
          <a:p>
            <a:pPr lvl="0"/>
            <a:r>
              <a:rPr lang="en-US" sz="8800" dirty="0"/>
              <a:t>Unit </a:t>
            </a:r>
            <a:r>
              <a:rPr lang="en-US" sz="8800" dirty="0" smtClean="0"/>
              <a:t>3:</a:t>
            </a:r>
            <a:endParaRPr sz="8800" dirty="0"/>
          </a:p>
        </p:txBody>
      </p:sp>
      <p:pic>
        <p:nvPicPr>
          <p:cNvPr id="4" name="Picture 2" descr="Python - Free logo icons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250" b="99023" l="2344" r="100000">
                        <a14:foregroundMark x1="36719" y1="42578" x2="36719" y2="425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133" y="2477140"/>
            <a:ext cx="781319" cy="78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6284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51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Functions - </a:t>
            </a:r>
            <a:r>
              <a:rPr lang="fr-FR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Organization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865" name="Google Shape;86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6867" y="3586466"/>
            <a:ext cx="5815132" cy="3271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6" name="Google Shape;866;p51"/>
          <p:cNvGrpSpPr/>
          <p:nvPr/>
        </p:nvGrpSpPr>
        <p:grpSpPr>
          <a:xfrm>
            <a:off x="10838797" y="1654011"/>
            <a:ext cx="1353384" cy="2597731"/>
            <a:chOff x="7397009" y="1731193"/>
            <a:chExt cx="1781706" cy="3419867"/>
          </a:xfrm>
        </p:grpSpPr>
        <p:sp>
          <p:nvSpPr>
            <p:cNvPr id="867" name="Google Shape;867;p51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68" name="Google Shape;868;p51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69" name="Google Shape;869;p51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70" name="Google Shape;870;p51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71" name="Google Shape;871;p51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72" name="Google Shape;872;p51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73" name="Google Shape;873;p51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74" name="Google Shape;874;p51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75" name="Google Shape;875;p51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76" name="Google Shape;876;p51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77" name="Google Shape;877;p51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78" name="Google Shape;878;p51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79" name="Google Shape;879;p51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80" name="Google Shape;880;p51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81" name="Google Shape;881;p51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82" name="Google Shape;882;p51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83" name="Google Shape;883;p51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84" name="Google Shape;884;p51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85" name="Google Shape;885;p51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86" name="Google Shape;886;p51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87" name="Google Shape;887;p51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88" name="Google Shape;888;p51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89" name="Google Shape;889;p51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90" name="Google Shape;890;p51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91" name="Google Shape;891;p51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92" name="Google Shape;892;p51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93" name="Google Shape;893;p51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5" name="Rectangle 4"/>
          <p:cNvSpPr/>
          <p:nvPr/>
        </p:nvSpPr>
        <p:spPr>
          <a:xfrm>
            <a:off x="366347" y="1758297"/>
            <a:ext cx="1082302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Function: A block of code that is executed only when called.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Goal: Code reuse, breaking the program into small tasks.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Syntax: </a:t>
            </a:r>
            <a:r>
              <a:rPr lang="en-US" sz="20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def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function_name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(parameter): \n # Code here \n return value</a:t>
            </a:r>
            <a:endParaRPr lang="fr-FR" sz="20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7179" y="3596399"/>
            <a:ext cx="5935579" cy="2084949"/>
          </a:xfrm>
          <a:prstGeom prst="rect">
            <a:avLst/>
          </a:prstGeom>
          <a:solidFill>
            <a:srgbClr val="383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Google Shape;1170;p58"/>
          <p:cNvSpPr/>
          <p:nvPr/>
        </p:nvSpPr>
        <p:spPr>
          <a:xfrm>
            <a:off x="1740849" y="4401858"/>
            <a:ext cx="425856" cy="278168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2458378" y="4085742"/>
            <a:ext cx="1165122" cy="916087"/>
          </a:xfrm>
          <a:prstGeom prst="roundRect">
            <a:avLst>
              <a:gd name="adj" fmla="val 29976"/>
            </a:avLst>
          </a:prstGeom>
          <a:effectLst>
            <a:innerShdw blurRad="63500" dist="50800" dir="5400000">
              <a:prstClr val="black">
                <a:alpha val="50000"/>
              </a:prstClr>
            </a:innerShdw>
          </a:effectLst>
          <a:scene3d>
            <a:camera prst="obliqueTopRight"/>
            <a:lightRig rig="flood" dir="t"/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e 6"/>
          <p:cNvGrpSpPr/>
          <p:nvPr/>
        </p:nvGrpSpPr>
        <p:grpSpPr>
          <a:xfrm>
            <a:off x="2724637" y="4201400"/>
            <a:ext cx="527165" cy="512138"/>
            <a:chOff x="4772213" y="3899485"/>
            <a:chExt cx="527165" cy="512138"/>
          </a:xfrm>
        </p:grpSpPr>
        <p:sp>
          <p:nvSpPr>
            <p:cNvPr id="39" name="Google Shape;8214;p66"/>
            <p:cNvSpPr/>
            <p:nvPr/>
          </p:nvSpPr>
          <p:spPr>
            <a:xfrm>
              <a:off x="4772213" y="3899485"/>
              <a:ext cx="527165" cy="512138"/>
            </a:xfrm>
            <a:custGeom>
              <a:avLst/>
              <a:gdLst/>
              <a:ahLst/>
              <a:cxnLst/>
              <a:rect l="l" t="t" r="r" b="b"/>
              <a:pathLst>
                <a:path w="9878" h="9877" extrusionOk="0">
                  <a:moveTo>
                    <a:pt x="4633" y="0"/>
                  </a:moveTo>
                  <a:cubicBezTo>
                    <a:pt x="4422" y="0"/>
                    <a:pt x="4231" y="154"/>
                    <a:pt x="4193" y="355"/>
                  </a:cubicBezTo>
                  <a:lnTo>
                    <a:pt x="3963" y="1474"/>
                  </a:lnTo>
                  <a:cubicBezTo>
                    <a:pt x="3695" y="1560"/>
                    <a:pt x="3427" y="1666"/>
                    <a:pt x="3178" y="1809"/>
                  </a:cubicBezTo>
                  <a:lnTo>
                    <a:pt x="2221" y="1168"/>
                  </a:lnTo>
                  <a:cubicBezTo>
                    <a:pt x="2149" y="1120"/>
                    <a:pt x="2066" y="1097"/>
                    <a:pt x="1982" y="1097"/>
                  </a:cubicBezTo>
                  <a:cubicBezTo>
                    <a:pt x="1864" y="1097"/>
                    <a:pt x="1746" y="1142"/>
                    <a:pt x="1657" y="1225"/>
                  </a:cubicBezTo>
                  <a:lnTo>
                    <a:pt x="1226" y="1666"/>
                  </a:lnTo>
                  <a:cubicBezTo>
                    <a:pt x="1073" y="1809"/>
                    <a:pt x="1054" y="2049"/>
                    <a:pt x="1169" y="2230"/>
                  </a:cubicBezTo>
                  <a:lnTo>
                    <a:pt x="1800" y="3178"/>
                  </a:lnTo>
                  <a:cubicBezTo>
                    <a:pt x="1666" y="3427"/>
                    <a:pt x="1551" y="3695"/>
                    <a:pt x="1475" y="3972"/>
                  </a:cubicBezTo>
                  <a:lnTo>
                    <a:pt x="355" y="4192"/>
                  </a:lnTo>
                  <a:cubicBezTo>
                    <a:pt x="145" y="4240"/>
                    <a:pt x="1" y="4422"/>
                    <a:pt x="1" y="4632"/>
                  </a:cubicBezTo>
                  <a:lnTo>
                    <a:pt x="1" y="5245"/>
                  </a:lnTo>
                  <a:cubicBezTo>
                    <a:pt x="1" y="5456"/>
                    <a:pt x="145" y="5637"/>
                    <a:pt x="355" y="5685"/>
                  </a:cubicBezTo>
                  <a:lnTo>
                    <a:pt x="1475" y="5905"/>
                  </a:lnTo>
                  <a:cubicBezTo>
                    <a:pt x="1551" y="6183"/>
                    <a:pt x="1666" y="6451"/>
                    <a:pt x="1800" y="6700"/>
                  </a:cubicBezTo>
                  <a:lnTo>
                    <a:pt x="1169" y="7647"/>
                  </a:lnTo>
                  <a:cubicBezTo>
                    <a:pt x="1054" y="7829"/>
                    <a:pt x="1073" y="8068"/>
                    <a:pt x="1226" y="8221"/>
                  </a:cubicBezTo>
                  <a:lnTo>
                    <a:pt x="1657" y="8652"/>
                  </a:lnTo>
                  <a:cubicBezTo>
                    <a:pt x="1744" y="8739"/>
                    <a:pt x="1860" y="8783"/>
                    <a:pt x="1975" y="8783"/>
                  </a:cubicBezTo>
                  <a:cubicBezTo>
                    <a:pt x="2061" y="8783"/>
                    <a:pt x="2147" y="8759"/>
                    <a:pt x="2221" y="8709"/>
                  </a:cubicBezTo>
                  <a:lnTo>
                    <a:pt x="3178" y="8068"/>
                  </a:lnTo>
                  <a:cubicBezTo>
                    <a:pt x="3427" y="8212"/>
                    <a:pt x="3695" y="8327"/>
                    <a:pt x="3963" y="8403"/>
                  </a:cubicBezTo>
                  <a:lnTo>
                    <a:pt x="4193" y="9523"/>
                  </a:lnTo>
                  <a:cubicBezTo>
                    <a:pt x="4231" y="9724"/>
                    <a:pt x="4422" y="9877"/>
                    <a:pt x="4633" y="9877"/>
                  </a:cubicBezTo>
                  <a:lnTo>
                    <a:pt x="5245" y="9877"/>
                  </a:lnTo>
                  <a:cubicBezTo>
                    <a:pt x="5456" y="9877"/>
                    <a:pt x="5638" y="9724"/>
                    <a:pt x="5686" y="9523"/>
                  </a:cubicBezTo>
                  <a:lnTo>
                    <a:pt x="5906" y="8403"/>
                  </a:lnTo>
                  <a:cubicBezTo>
                    <a:pt x="6183" y="8327"/>
                    <a:pt x="6451" y="8212"/>
                    <a:pt x="6700" y="8068"/>
                  </a:cubicBezTo>
                  <a:lnTo>
                    <a:pt x="7648" y="8709"/>
                  </a:lnTo>
                  <a:cubicBezTo>
                    <a:pt x="7726" y="8759"/>
                    <a:pt x="7814" y="8783"/>
                    <a:pt x="7901" y="8783"/>
                  </a:cubicBezTo>
                  <a:cubicBezTo>
                    <a:pt x="8017" y="8783"/>
                    <a:pt x="8130" y="8739"/>
                    <a:pt x="8212" y="8652"/>
                  </a:cubicBezTo>
                  <a:lnTo>
                    <a:pt x="8643" y="8221"/>
                  </a:lnTo>
                  <a:cubicBezTo>
                    <a:pt x="8796" y="8068"/>
                    <a:pt x="8825" y="7829"/>
                    <a:pt x="8700" y="7647"/>
                  </a:cubicBezTo>
                  <a:lnTo>
                    <a:pt x="8069" y="6700"/>
                  </a:lnTo>
                  <a:cubicBezTo>
                    <a:pt x="8212" y="6451"/>
                    <a:pt x="8318" y="6183"/>
                    <a:pt x="8394" y="5905"/>
                  </a:cubicBezTo>
                  <a:lnTo>
                    <a:pt x="9514" y="5685"/>
                  </a:lnTo>
                  <a:cubicBezTo>
                    <a:pt x="9724" y="5637"/>
                    <a:pt x="9878" y="5456"/>
                    <a:pt x="9878" y="5245"/>
                  </a:cubicBezTo>
                  <a:lnTo>
                    <a:pt x="9878" y="4632"/>
                  </a:lnTo>
                  <a:cubicBezTo>
                    <a:pt x="9878" y="4422"/>
                    <a:pt x="9724" y="4240"/>
                    <a:pt x="9514" y="4192"/>
                  </a:cubicBezTo>
                  <a:lnTo>
                    <a:pt x="8394" y="3972"/>
                  </a:lnTo>
                  <a:cubicBezTo>
                    <a:pt x="8318" y="3695"/>
                    <a:pt x="8212" y="3427"/>
                    <a:pt x="8069" y="3178"/>
                  </a:cubicBezTo>
                  <a:lnTo>
                    <a:pt x="8700" y="2230"/>
                  </a:lnTo>
                  <a:cubicBezTo>
                    <a:pt x="8825" y="2049"/>
                    <a:pt x="8796" y="1809"/>
                    <a:pt x="8643" y="1666"/>
                  </a:cubicBezTo>
                  <a:lnTo>
                    <a:pt x="8212" y="1225"/>
                  </a:lnTo>
                  <a:cubicBezTo>
                    <a:pt x="8129" y="1142"/>
                    <a:pt x="8013" y="1097"/>
                    <a:pt x="7894" y="1097"/>
                  </a:cubicBezTo>
                  <a:cubicBezTo>
                    <a:pt x="7809" y="1097"/>
                    <a:pt x="7724" y="1120"/>
                    <a:pt x="7648" y="1168"/>
                  </a:cubicBezTo>
                  <a:lnTo>
                    <a:pt x="6700" y="1809"/>
                  </a:lnTo>
                  <a:cubicBezTo>
                    <a:pt x="6451" y="1666"/>
                    <a:pt x="6183" y="1560"/>
                    <a:pt x="5906" y="1474"/>
                  </a:cubicBezTo>
                  <a:lnTo>
                    <a:pt x="5686" y="355"/>
                  </a:lnTo>
                  <a:cubicBezTo>
                    <a:pt x="5638" y="154"/>
                    <a:pt x="5456" y="0"/>
                    <a:pt x="5245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0" name="Google Shape;8215;p66"/>
            <p:cNvSpPr/>
            <p:nvPr/>
          </p:nvSpPr>
          <p:spPr>
            <a:xfrm>
              <a:off x="4881029" y="4042906"/>
              <a:ext cx="270254" cy="225347"/>
            </a:xfrm>
            <a:custGeom>
              <a:avLst/>
              <a:gdLst/>
              <a:ahLst/>
              <a:cxnLst/>
              <a:rect l="l" t="t" r="r" b="b"/>
              <a:pathLst>
                <a:path w="5064" h="4346" extrusionOk="0">
                  <a:moveTo>
                    <a:pt x="2900" y="0"/>
                  </a:moveTo>
                  <a:cubicBezTo>
                    <a:pt x="967" y="0"/>
                    <a:pt x="0" y="2335"/>
                    <a:pt x="1359" y="3704"/>
                  </a:cubicBezTo>
                  <a:cubicBezTo>
                    <a:pt x="1802" y="4147"/>
                    <a:pt x="2347" y="4345"/>
                    <a:pt x="2880" y="4345"/>
                  </a:cubicBezTo>
                  <a:cubicBezTo>
                    <a:pt x="3995" y="4345"/>
                    <a:pt x="5063" y="3480"/>
                    <a:pt x="5063" y="2173"/>
                  </a:cubicBezTo>
                  <a:cubicBezTo>
                    <a:pt x="5063" y="976"/>
                    <a:pt x="4097" y="0"/>
                    <a:pt x="2900" y="0"/>
                  </a:cubicBez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1" name="Google Shape;8216;p66"/>
            <p:cNvSpPr/>
            <p:nvPr/>
          </p:nvSpPr>
          <p:spPr>
            <a:xfrm>
              <a:off x="4958681" y="4099943"/>
              <a:ext cx="134380" cy="111532"/>
            </a:xfrm>
            <a:custGeom>
              <a:avLst/>
              <a:gdLst/>
              <a:ahLst/>
              <a:cxnLst/>
              <a:rect l="l" t="t" r="r" b="b"/>
              <a:pathLst>
                <a:path w="2518" h="2151" extrusionOk="0">
                  <a:moveTo>
                    <a:pt x="1445" y="1"/>
                  </a:moveTo>
                  <a:cubicBezTo>
                    <a:pt x="479" y="1"/>
                    <a:pt x="0" y="1159"/>
                    <a:pt x="680" y="1838"/>
                  </a:cubicBezTo>
                  <a:cubicBezTo>
                    <a:pt x="898" y="2054"/>
                    <a:pt x="1167" y="2151"/>
                    <a:pt x="1430" y="2151"/>
                  </a:cubicBezTo>
                  <a:cubicBezTo>
                    <a:pt x="1985" y="2151"/>
                    <a:pt x="2517" y="1722"/>
                    <a:pt x="2517" y="1073"/>
                  </a:cubicBezTo>
                  <a:cubicBezTo>
                    <a:pt x="2517" y="479"/>
                    <a:pt x="2039" y="1"/>
                    <a:pt x="1445" y="1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6" name="Groupe 5"/>
          <p:cNvGrpSpPr/>
          <p:nvPr/>
        </p:nvGrpSpPr>
        <p:grpSpPr>
          <a:xfrm>
            <a:off x="3070939" y="4537865"/>
            <a:ext cx="346837" cy="336984"/>
            <a:chOff x="5118515" y="4235950"/>
            <a:chExt cx="346837" cy="336984"/>
          </a:xfrm>
        </p:grpSpPr>
        <p:sp>
          <p:nvSpPr>
            <p:cNvPr id="42" name="Google Shape;8217;p66"/>
            <p:cNvSpPr/>
            <p:nvPr/>
          </p:nvSpPr>
          <p:spPr>
            <a:xfrm>
              <a:off x="5118515" y="4235950"/>
              <a:ext cx="346837" cy="336984"/>
            </a:xfrm>
            <a:custGeom>
              <a:avLst/>
              <a:gdLst/>
              <a:ahLst/>
              <a:cxnLst/>
              <a:rect l="l" t="t" r="r" b="b"/>
              <a:pathLst>
                <a:path w="6499" h="6499" extrusionOk="0">
                  <a:moveTo>
                    <a:pt x="3044" y="0"/>
                  </a:moveTo>
                  <a:cubicBezTo>
                    <a:pt x="2900" y="0"/>
                    <a:pt x="2786" y="105"/>
                    <a:pt x="2757" y="239"/>
                  </a:cubicBezTo>
                  <a:lnTo>
                    <a:pt x="2613" y="976"/>
                  </a:lnTo>
                  <a:cubicBezTo>
                    <a:pt x="2431" y="1034"/>
                    <a:pt x="2250" y="1101"/>
                    <a:pt x="2087" y="1196"/>
                  </a:cubicBezTo>
                  <a:lnTo>
                    <a:pt x="1465" y="775"/>
                  </a:lnTo>
                  <a:cubicBezTo>
                    <a:pt x="1417" y="743"/>
                    <a:pt x="1362" y="728"/>
                    <a:pt x="1307" y="728"/>
                  </a:cubicBezTo>
                  <a:cubicBezTo>
                    <a:pt x="1231" y="728"/>
                    <a:pt x="1153" y="758"/>
                    <a:pt x="1092" y="814"/>
                  </a:cubicBezTo>
                  <a:lnTo>
                    <a:pt x="814" y="1101"/>
                  </a:lnTo>
                  <a:cubicBezTo>
                    <a:pt x="709" y="1196"/>
                    <a:pt x="699" y="1350"/>
                    <a:pt x="776" y="1474"/>
                  </a:cubicBezTo>
                  <a:lnTo>
                    <a:pt x="1187" y="2096"/>
                  </a:lnTo>
                  <a:cubicBezTo>
                    <a:pt x="1092" y="2259"/>
                    <a:pt x="1025" y="2431"/>
                    <a:pt x="977" y="2613"/>
                  </a:cubicBezTo>
                  <a:lnTo>
                    <a:pt x="240" y="2766"/>
                  </a:lnTo>
                  <a:cubicBezTo>
                    <a:pt x="96" y="2785"/>
                    <a:pt x="1" y="2909"/>
                    <a:pt x="1" y="3053"/>
                  </a:cubicBezTo>
                  <a:lnTo>
                    <a:pt x="1" y="3455"/>
                  </a:lnTo>
                  <a:cubicBezTo>
                    <a:pt x="1" y="3599"/>
                    <a:pt x="96" y="3713"/>
                    <a:pt x="240" y="3742"/>
                  </a:cubicBezTo>
                  <a:lnTo>
                    <a:pt x="977" y="3886"/>
                  </a:lnTo>
                  <a:cubicBezTo>
                    <a:pt x="1025" y="4067"/>
                    <a:pt x="1092" y="4249"/>
                    <a:pt x="1187" y="4412"/>
                  </a:cubicBezTo>
                  <a:lnTo>
                    <a:pt x="776" y="5034"/>
                  </a:lnTo>
                  <a:cubicBezTo>
                    <a:pt x="699" y="5149"/>
                    <a:pt x="709" y="5302"/>
                    <a:pt x="814" y="5407"/>
                  </a:cubicBezTo>
                  <a:lnTo>
                    <a:pt x="1092" y="5685"/>
                  </a:lnTo>
                  <a:cubicBezTo>
                    <a:pt x="1146" y="5744"/>
                    <a:pt x="1218" y="5773"/>
                    <a:pt x="1294" y="5773"/>
                  </a:cubicBezTo>
                  <a:cubicBezTo>
                    <a:pt x="1351" y="5773"/>
                    <a:pt x="1411" y="5756"/>
                    <a:pt x="1465" y="5723"/>
                  </a:cubicBezTo>
                  <a:lnTo>
                    <a:pt x="2087" y="5312"/>
                  </a:lnTo>
                  <a:cubicBezTo>
                    <a:pt x="2250" y="5398"/>
                    <a:pt x="2422" y="5474"/>
                    <a:pt x="2604" y="5522"/>
                  </a:cubicBezTo>
                  <a:lnTo>
                    <a:pt x="2747" y="6259"/>
                  </a:lnTo>
                  <a:cubicBezTo>
                    <a:pt x="2776" y="6403"/>
                    <a:pt x="2900" y="6498"/>
                    <a:pt x="3044" y="6498"/>
                  </a:cubicBezTo>
                  <a:lnTo>
                    <a:pt x="3446" y="6498"/>
                  </a:lnTo>
                  <a:cubicBezTo>
                    <a:pt x="3580" y="6498"/>
                    <a:pt x="3704" y="6403"/>
                    <a:pt x="3733" y="6259"/>
                  </a:cubicBezTo>
                  <a:lnTo>
                    <a:pt x="3877" y="5522"/>
                  </a:lnTo>
                  <a:cubicBezTo>
                    <a:pt x="4058" y="5474"/>
                    <a:pt x="4231" y="5398"/>
                    <a:pt x="4403" y="5312"/>
                  </a:cubicBezTo>
                  <a:lnTo>
                    <a:pt x="5025" y="5733"/>
                  </a:lnTo>
                  <a:cubicBezTo>
                    <a:pt x="5077" y="5765"/>
                    <a:pt x="5134" y="5780"/>
                    <a:pt x="5190" y="5780"/>
                  </a:cubicBezTo>
                  <a:cubicBezTo>
                    <a:pt x="5267" y="5780"/>
                    <a:pt x="5343" y="5750"/>
                    <a:pt x="5398" y="5694"/>
                  </a:cubicBezTo>
                  <a:lnTo>
                    <a:pt x="5685" y="5407"/>
                  </a:lnTo>
                  <a:cubicBezTo>
                    <a:pt x="5781" y="5302"/>
                    <a:pt x="5800" y="5149"/>
                    <a:pt x="5724" y="5034"/>
                  </a:cubicBezTo>
                  <a:lnTo>
                    <a:pt x="5303" y="4412"/>
                  </a:lnTo>
                  <a:cubicBezTo>
                    <a:pt x="5398" y="4240"/>
                    <a:pt x="5465" y="4067"/>
                    <a:pt x="5523" y="3886"/>
                  </a:cubicBezTo>
                  <a:lnTo>
                    <a:pt x="6260" y="3742"/>
                  </a:lnTo>
                  <a:cubicBezTo>
                    <a:pt x="6394" y="3713"/>
                    <a:pt x="6489" y="3589"/>
                    <a:pt x="6499" y="3455"/>
                  </a:cubicBezTo>
                  <a:lnTo>
                    <a:pt x="6499" y="3053"/>
                  </a:lnTo>
                  <a:cubicBezTo>
                    <a:pt x="6489" y="2909"/>
                    <a:pt x="6394" y="2785"/>
                    <a:pt x="6250" y="2766"/>
                  </a:cubicBezTo>
                  <a:lnTo>
                    <a:pt x="5513" y="2613"/>
                  </a:lnTo>
                  <a:cubicBezTo>
                    <a:pt x="5465" y="2431"/>
                    <a:pt x="5389" y="2259"/>
                    <a:pt x="5303" y="2096"/>
                  </a:cubicBezTo>
                  <a:lnTo>
                    <a:pt x="5714" y="1474"/>
                  </a:lnTo>
                  <a:cubicBezTo>
                    <a:pt x="5791" y="1350"/>
                    <a:pt x="5772" y="1196"/>
                    <a:pt x="5676" y="1101"/>
                  </a:cubicBezTo>
                  <a:lnTo>
                    <a:pt x="5398" y="814"/>
                  </a:lnTo>
                  <a:cubicBezTo>
                    <a:pt x="5337" y="758"/>
                    <a:pt x="5259" y="728"/>
                    <a:pt x="5183" y="728"/>
                  </a:cubicBezTo>
                  <a:cubicBezTo>
                    <a:pt x="5128" y="728"/>
                    <a:pt x="5073" y="743"/>
                    <a:pt x="5025" y="775"/>
                  </a:cubicBezTo>
                  <a:lnTo>
                    <a:pt x="4393" y="1196"/>
                  </a:lnTo>
                  <a:cubicBezTo>
                    <a:pt x="4231" y="1101"/>
                    <a:pt x="4058" y="1034"/>
                    <a:pt x="3877" y="976"/>
                  </a:cubicBezTo>
                  <a:lnTo>
                    <a:pt x="3733" y="239"/>
                  </a:lnTo>
                  <a:cubicBezTo>
                    <a:pt x="3704" y="105"/>
                    <a:pt x="3580" y="0"/>
                    <a:pt x="344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3" name="Google Shape;8218;p66"/>
            <p:cNvSpPr/>
            <p:nvPr/>
          </p:nvSpPr>
          <p:spPr>
            <a:xfrm>
              <a:off x="5175726" y="4320312"/>
              <a:ext cx="202797" cy="168569"/>
            </a:xfrm>
            <a:custGeom>
              <a:avLst/>
              <a:gdLst/>
              <a:ahLst/>
              <a:cxnLst/>
              <a:rect l="l" t="t" r="r" b="b"/>
              <a:pathLst>
                <a:path w="3800" h="3251" extrusionOk="0">
                  <a:moveTo>
                    <a:pt x="2173" y="0"/>
                  </a:moveTo>
                  <a:cubicBezTo>
                    <a:pt x="728" y="0"/>
                    <a:pt x="0" y="1751"/>
                    <a:pt x="1025" y="2775"/>
                  </a:cubicBezTo>
                  <a:cubicBezTo>
                    <a:pt x="1355" y="3103"/>
                    <a:pt x="1762" y="3250"/>
                    <a:pt x="2161" y="3250"/>
                  </a:cubicBezTo>
                  <a:cubicBezTo>
                    <a:pt x="2997" y="3250"/>
                    <a:pt x="3800" y="2605"/>
                    <a:pt x="3800" y="1627"/>
                  </a:cubicBezTo>
                  <a:cubicBezTo>
                    <a:pt x="3800" y="727"/>
                    <a:pt x="3073" y="0"/>
                    <a:pt x="2173" y="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4" name="Google Shape;8219;p66"/>
            <p:cNvSpPr/>
            <p:nvPr/>
          </p:nvSpPr>
          <p:spPr>
            <a:xfrm>
              <a:off x="5222210" y="4354016"/>
              <a:ext cx="121626" cy="101215"/>
            </a:xfrm>
            <a:custGeom>
              <a:avLst/>
              <a:gdLst/>
              <a:ahLst/>
              <a:cxnLst/>
              <a:rect l="l" t="t" r="r" b="b"/>
              <a:pathLst>
                <a:path w="2279" h="1952" extrusionOk="0">
                  <a:moveTo>
                    <a:pt x="1302" y="1"/>
                  </a:moveTo>
                  <a:cubicBezTo>
                    <a:pt x="431" y="1"/>
                    <a:pt x="0" y="1044"/>
                    <a:pt x="613" y="1666"/>
                  </a:cubicBezTo>
                  <a:cubicBezTo>
                    <a:pt x="810" y="1863"/>
                    <a:pt x="1053" y="1951"/>
                    <a:pt x="1292" y="1951"/>
                  </a:cubicBezTo>
                  <a:cubicBezTo>
                    <a:pt x="1794" y="1951"/>
                    <a:pt x="2278" y="1561"/>
                    <a:pt x="2278" y="977"/>
                  </a:cubicBezTo>
                  <a:cubicBezTo>
                    <a:pt x="2278" y="431"/>
                    <a:pt x="1838" y="1"/>
                    <a:pt x="1302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50" name="Google Shape;1170;p58"/>
          <p:cNvSpPr/>
          <p:nvPr/>
        </p:nvSpPr>
        <p:spPr>
          <a:xfrm>
            <a:off x="3915173" y="4438102"/>
            <a:ext cx="425856" cy="278168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89968" y="4690183"/>
            <a:ext cx="702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INPUTS</a:t>
            </a:r>
            <a:endParaRPr lang="fr-FR" dirty="0">
              <a:latin typeface="Agency FB" panose="020B0503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57647" y="4696274"/>
            <a:ext cx="740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5143" y="4980995"/>
            <a:ext cx="891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FUNCTION</a:t>
            </a:r>
            <a:endParaRPr lang="fr-FR" dirty="0">
              <a:latin typeface="Agency FB" panose="020B0503020202020204" pitchFamily="34" charset="0"/>
            </a:endParaRPr>
          </a:p>
        </p:txBody>
      </p:sp>
      <p:sp>
        <p:nvSpPr>
          <p:cNvPr id="55" name="Google Shape;712;p46"/>
          <p:cNvSpPr/>
          <p:nvPr/>
        </p:nvSpPr>
        <p:spPr>
          <a:xfrm flipH="1">
            <a:off x="21668" y="5846284"/>
            <a:ext cx="178504" cy="17852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6" name="Google Shape;713;p46"/>
          <p:cNvSpPr/>
          <p:nvPr/>
        </p:nvSpPr>
        <p:spPr>
          <a:xfrm flipH="1">
            <a:off x="343548" y="5846284"/>
            <a:ext cx="1823157" cy="17852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7151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43200000">
                                      <p:cBhvr>
                                        <p:cTn id="3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-43200000"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5" grpId="0" animBg="1"/>
      <p:bldP spid="9" grpId="0" animBg="1"/>
      <p:bldP spid="50" grpId="0" animBg="1"/>
      <p:bldP spid="10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5"/>
          <p:cNvSpPr txBox="1">
            <a:spLocks noGrp="1"/>
          </p:cNvSpPr>
          <p:nvPr>
            <p:ph type="title"/>
          </p:nvPr>
        </p:nvSpPr>
        <p:spPr>
          <a:xfrm>
            <a:off x="1704000" y="457600"/>
            <a:ext cx="8784000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Functions: Inputs and Outputs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437" name="Google Shape;437;p35"/>
          <p:cNvGrpSpPr/>
          <p:nvPr/>
        </p:nvGrpSpPr>
        <p:grpSpPr>
          <a:xfrm>
            <a:off x="10481605" y="3532824"/>
            <a:ext cx="1703873" cy="2831700"/>
            <a:chOff x="6739789" y="1500450"/>
            <a:chExt cx="2404115" cy="2123775"/>
          </a:xfrm>
        </p:grpSpPr>
        <p:sp>
          <p:nvSpPr>
            <p:cNvPr id="438" name="Google Shape;438;p35"/>
            <p:cNvSpPr/>
            <p:nvPr/>
          </p:nvSpPr>
          <p:spPr>
            <a:xfrm>
              <a:off x="7377200" y="2089950"/>
              <a:ext cx="1766704" cy="356851"/>
            </a:xfrm>
            <a:custGeom>
              <a:avLst/>
              <a:gdLst/>
              <a:ahLst/>
              <a:cxnLst/>
              <a:rect l="l" t="t" r="r" b="b"/>
              <a:pathLst>
                <a:path w="15325" h="2775" extrusionOk="0">
                  <a:moveTo>
                    <a:pt x="1" y="0"/>
                  </a:moveTo>
                  <a:lnTo>
                    <a:pt x="1" y="2774"/>
                  </a:lnTo>
                  <a:lnTo>
                    <a:pt x="15324" y="2774"/>
                  </a:lnTo>
                  <a:lnTo>
                    <a:pt x="15324" y="0"/>
                  </a:lnTo>
                  <a:close/>
                </a:path>
              </a:pathLst>
            </a:custGeom>
            <a:solidFill>
              <a:srgbClr val="FFFFFF">
                <a:alpha val="1254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39" name="Google Shape;439;p35"/>
            <p:cNvSpPr/>
            <p:nvPr/>
          </p:nvSpPr>
          <p:spPr>
            <a:xfrm>
              <a:off x="6810278" y="1500450"/>
              <a:ext cx="1104154" cy="356872"/>
            </a:xfrm>
            <a:custGeom>
              <a:avLst/>
              <a:gdLst/>
              <a:ahLst/>
              <a:cxnLst/>
              <a:rect l="l" t="t" r="r" b="b"/>
              <a:pathLst>
                <a:path w="18027" h="2775" extrusionOk="0">
                  <a:moveTo>
                    <a:pt x="0" y="0"/>
                  </a:moveTo>
                  <a:lnTo>
                    <a:pt x="0" y="2774"/>
                  </a:lnTo>
                  <a:lnTo>
                    <a:pt x="18026" y="2774"/>
                  </a:lnTo>
                  <a:lnTo>
                    <a:pt x="18026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40" name="Google Shape;440;p35"/>
            <p:cNvSpPr/>
            <p:nvPr/>
          </p:nvSpPr>
          <p:spPr>
            <a:xfrm>
              <a:off x="6896029" y="2679300"/>
              <a:ext cx="2247805" cy="355450"/>
            </a:xfrm>
            <a:custGeom>
              <a:avLst/>
              <a:gdLst/>
              <a:ahLst/>
              <a:cxnLst/>
              <a:rect l="l" t="t" r="r" b="b"/>
              <a:pathLst>
                <a:path w="12872" h="2764" extrusionOk="0">
                  <a:moveTo>
                    <a:pt x="1" y="1"/>
                  </a:moveTo>
                  <a:lnTo>
                    <a:pt x="1" y="2763"/>
                  </a:lnTo>
                  <a:lnTo>
                    <a:pt x="12871" y="2763"/>
                  </a:lnTo>
                  <a:lnTo>
                    <a:pt x="1287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41" name="Google Shape;441;p35"/>
            <p:cNvSpPr/>
            <p:nvPr/>
          </p:nvSpPr>
          <p:spPr>
            <a:xfrm>
              <a:off x="8105579" y="1500450"/>
              <a:ext cx="1038298" cy="356872"/>
            </a:xfrm>
            <a:custGeom>
              <a:avLst/>
              <a:gdLst/>
              <a:ahLst/>
              <a:cxnLst/>
              <a:rect l="l" t="t" r="r" b="b"/>
              <a:pathLst>
                <a:path w="2882" h="2775" extrusionOk="0">
                  <a:moveTo>
                    <a:pt x="1" y="0"/>
                  </a:moveTo>
                  <a:lnTo>
                    <a:pt x="1" y="2774"/>
                  </a:lnTo>
                  <a:lnTo>
                    <a:pt x="2882" y="2774"/>
                  </a:lnTo>
                  <a:lnTo>
                    <a:pt x="2882" y="0"/>
                  </a:lnTo>
                  <a:close/>
                </a:path>
              </a:pathLst>
            </a:custGeom>
            <a:solidFill>
              <a:srgbClr val="FFFFFF">
                <a:alpha val="564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42" name="Google Shape;442;p35"/>
            <p:cNvSpPr/>
            <p:nvPr/>
          </p:nvSpPr>
          <p:spPr>
            <a:xfrm>
              <a:off x="6739789" y="3268775"/>
              <a:ext cx="1104128" cy="355450"/>
            </a:xfrm>
            <a:custGeom>
              <a:avLst/>
              <a:gdLst/>
              <a:ahLst/>
              <a:cxnLst/>
              <a:rect l="l" t="t" r="r" b="b"/>
              <a:pathLst>
                <a:path w="18396" h="2764" extrusionOk="0">
                  <a:moveTo>
                    <a:pt x="1" y="1"/>
                  </a:moveTo>
                  <a:lnTo>
                    <a:pt x="1" y="2763"/>
                  </a:lnTo>
                  <a:lnTo>
                    <a:pt x="18396" y="2763"/>
                  </a:lnTo>
                  <a:lnTo>
                    <a:pt x="1839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443" name="Google Shape;443;p35"/>
          <p:cNvGrpSpPr/>
          <p:nvPr/>
        </p:nvGrpSpPr>
        <p:grpSpPr>
          <a:xfrm>
            <a:off x="0" y="1064639"/>
            <a:ext cx="3238355" cy="2831700"/>
            <a:chOff x="10" y="1500450"/>
            <a:chExt cx="2428766" cy="2123775"/>
          </a:xfrm>
        </p:grpSpPr>
        <p:sp>
          <p:nvSpPr>
            <p:cNvPr id="444" name="Google Shape;444;p35"/>
            <p:cNvSpPr/>
            <p:nvPr/>
          </p:nvSpPr>
          <p:spPr>
            <a:xfrm>
              <a:off x="357025" y="2089950"/>
              <a:ext cx="2071751" cy="356851"/>
            </a:xfrm>
            <a:custGeom>
              <a:avLst/>
              <a:gdLst/>
              <a:ahLst/>
              <a:cxnLst/>
              <a:rect l="l" t="t" r="r" b="b"/>
              <a:pathLst>
                <a:path w="4300" h="2775" extrusionOk="0">
                  <a:moveTo>
                    <a:pt x="1" y="0"/>
                  </a:moveTo>
                  <a:lnTo>
                    <a:pt x="1" y="2774"/>
                  </a:lnTo>
                  <a:lnTo>
                    <a:pt x="4299" y="2774"/>
                  </a:lnTo>
                  <a:lnTo>
                    <a:pt x="4299" y="0"/>
                  </a:lnTo>
                  <a:close/>
                </a:path>
              </a:pathLst>
            </a:custGeom>
            <a:solidFill>
              <a:srgbClr val="FFFFFF">
                <a:alpha val="196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45" name="Google Shape;445;p35"/>
            <p:cNvSpPr/>
            <p:nvPr/>
          </p:nvSpPr>
          <p:spPr>
            <a:xfrm>
              <a:off x="18" y="3268775"/>
              <a:ext cx="1038298" cy="355450"/>
            </a:xfrm>
            <a:custGeom>
              <a:avLst/>
              <a:gdLst/>
              <a:ahLst/>
              <a:cxnLst/>
              <a:rect l="l" t="t" r="r" b="b"/>
              <a:pathLst>
                <a:path w="2882" h="2764" extrusionOk="0">
                  <a:moveTo>
                    <a:pt x="0" y="1"/>
                  </a:moveTo>
                  <a:lnTo>
                    <a:pt x="0" y="2763"/>
                  </a:lnTo>
                  <a:lnTo>
                    <a:pt x="2881" y="2763"/>
                  </a:lnTo>
                  <a:lnTo>
                    <a:pt x="2881" y="1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46" name="Google Shape;446;p35"/>
            <p:cNvSpPr/>
            <p:nvPr/>
          </p:nvSpPr>
          <p:spPr>
            <a:xfrm>
              <a:off x="10" y="1500456"/>
              <a:ext cx="1104138" cy="356858"/>
            </a:xfrm>
            <a:custGeom>
              <a:avLst/>
              <a:gdLst/>
              <a:ahLst/>
              <a:cxnLst/>
              <a:rect l="l" t="t" r="r" b="b"/>
              <a:pathLst>
                <a:path w="8586" h="2775" extrusionOk="0">
                  <a:moveTo>
                    <a:pt x="1" y="0"/>
                  </a:moveTo>
                  <a:lnTo>
                    <a:pt x="1" y="2774"/>
                  </a:lnTo>
                  <a:lnTo>
                    <a:pt x="8585" y="2774"/>
                  </a:lnTo>
                  <a:lnTo>
                    <a:pt x="858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47" name="Google Shape;447;p35"/>
            <p:cNvSpPr/>
            <p:nvPr/>
          </p:nvSpPr>
          <p:spPr>
            <a:xfrm>
              <a:off x="1299972" y="1500450"/>
              <a:ext cx="490621" cy="356872"/>
            </a:xfrm>
            <a:custGeom>
              <a:avLst/>
              <a:gdLst/>
              <a:ahLst/>
              <a:cxnLst/>
              <a:rect l="l" t="t" r="r" b="b"/>
              <a:pathLst>
                <a:path w="18396" h="2775" extrusionOk="0">
                  <a:moveTo>
                    <a:pt x="0" y="0"/>
                  </a:moveTo>
                  <a:lnTo>
                    <a:pt x="0" y="2774"/>
                  </a:lnTo>
                  <a:lnTo>
                    <a:pt x="18396" y="2774"/>
                  </a:lnTo>
                  <a:lnTo>
                    <a:pt x="18396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5" name="Rectangle 4"/>
          <p:cNvSpPr/>
          <p:nvPr/>
        </p:nvSpPr>
        <p:spPr>
          <a:xfrm>
            <a:off x="2071910" y="1785668"/>
            <a:ext cx="863629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Parameters: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The data the function needs to operate.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Return: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The value produced by the function's execution.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Example: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Area calculation function: </a:t>
            </a:r>
            <a:endParaRPr lang="en-US" dirty="0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       </a:t>
            </a:r>
            <a:r>
              <a:rPr lang="en-US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area(length, width): \n return length * width</a:t>
            </a:r>
            <a:endParaRPr lang="fr-FR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19" name="Google Shape;1170;p58"/>
          <p:cNvSpPr/>
          <p:nvPr/>
        </p:nvSpPr>
        <p:spPr>
          <a:xfrm>
            <a:off x="1520355" y="4382558"/>
            <a:ext cx="425856" cy="278168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1170;p58"/>
          <p:cNvSpPr/>
          <p:nvPr/>
        </p:nvSpPr>
        <p:spPr>
          <a:xfrm>
            <a:off x="8824676" y="4382558"/>
            <a:ext cx="425856" cy="278168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69474" y="4670883"/>
            <a:ext cx="702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INPUTS</a:t>
            </a:r>
            <a:endParaRPr lang="fr-FR" dirty="0">
              <a:latin typeface="Agency FB" panose="020B0503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667150" y="4640730"/>
            <a:ext cx="740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38355" y="4330081"/>
            <a:ext cx="45127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[ </a:t>
            </a:r>
            <a:r>
              <a:rPr lang="fr-FR" sz="2800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Function</a:t>
            </a:r>
            <a:r>
              <a:rPr lang="fr-FR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: area</a:t>
            </a:r>
            <a:r>
              <a:rPr lang="fr-FR" sz="28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() ]</a:t>
            </a:r>
            <a:endParaRPr lang="fr-FR" sz="28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66578" y="5329622"/>
            <a:ext cx="19592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 err="1">
                <a:solidFill>
                  <a:schemeClr val="tx2"/>
                </a:solidFill>
              </a:rPr>
              <a:t>length</a:t>
            </a:r>
            <a:r>
              <a:rPr lang="fr-FR" sz="2400" b="1" dirty="0">
                <a:solidFill>
                  <a:schemeClr val="tx2"/>
                </a:solidFill>
              </a:rPr>
              <a:t> = 5</a:t>
            </a:r>
          </a:p>
          <a:p>
            <a:r>
              <a:rPr lang="fr-FR" sz="2400" b="1" dirty="0" err="1">
                <a:solidFill>
                  <a:schemeClr val="tx2"/>
                </a:solidFill>
              </a:rPr>
              <a:t>width</a:t>
            </a:r>
            <a:r>
              <a:rPr lang="fr-FR" sz="2400" b="1" dirty="0">
                <a:solidFill>
                  <a:schemeClr val="tx2"/>
                </a:solidFill>
              </a:rPr>
              <a:t>  = 4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0972" y="5401201"/>
            <a:ext cx="48212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dirty="0" err="1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def</a:t>
            </a:r>
            <a:r>
              <a:rPr lang="fr-FR" sz="24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area (</a:t>
            </a:r>
            <a:r>
              <a:rPr lang="fr-FR" sz="2400" dirty="0" err="1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length</a:t>
            </a:r>
            <a:r>
              <a:rPr lang="fr-FR" sz="24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fr-FR" sz="2400" dirty="0" err="1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width</a:t>
            </a:r>
            <a:r>
              <a:rPr lang="fr-FR" sz="24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): </a:t>
            </a:r>
          </a:p>
          <a:p>
            <a:pPr algn="ctr"/>
            <a:r>
              <a:rPr lang="fr-FR" sz="24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return </a:t>
            </a:r>
            <a:r>
              <a:rPr lang="fr-FR" sz="2400" dirty="0" err="1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length</a:t>
            </a:r>
            <a:r>
              <a:rPr lang="fr-FR" sz="24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* </a:t>
            </a:r>
            <a:r>
              <a:rPr lang="fr-FR" sz="2400" dirty="0" err="1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width</a:t>
            </a:r>
            <a:r>
              <a:rPr lang="fr-FR" sz="24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endParaRPr lang="fr-FR" sz="2400" dirty="0">
              <a:solidFill>
                <a:schemeClr val="bg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32523" y="5472685"/>
            <a:ext cx="18582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>
                <a:solidFill>
                  <a:schemeClr val="bg2"/>
                </a:solidFill>
                <a:latin typeface="Lucida Console" panose="020B0609040504020204" pitchFamily="49" charset="0"/>
              </a:rPr>
              <a:t>Output:20</a:t>
            </a:r>
            <a:endParaRPr lang="fr-FR" sz="2400" dirty="0">
              <a:solidFill>
                <a:schemeClr val="bg2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92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 animBg="1"/>
      <p:bldP spid="29" grpId="0" animBg="1"/>
      <p:bldP spid="30" grpId="0"/>
      <p:bldP spid="31" grpId="0"/>
      <p:bldP spid="6" grpId="0"/>
      <p:bldP spid="7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96493" y="3824511"/>
            <a:ext cx="845631" cy="845631"/>
          </a:xfrm>
          <a:prstGeom prst="rect">
            <a:avLst/>
          </a:prstGeom>
        </p:spPr>
      </p:pic>
      <p:grpSp>
        <p:nvGrpSpPr>
          <p:cNvPr id="60" name="Google Shape;7631;p65"/>
          <p:cNvGrpSpPr/>
          <p:nvPr/>
        </p:nvGrpSpPr>
        <p:grpSpPr>
          <a:xfrm>
            <a:off x="1710656" y="5290737"/>
            <a:ext cx="1108454" cy="923425"/>
            <a:chOff x="3952456" y="1524280"/>
            <a:chExt cx="370195" cy="300154"/>
          </a:xfrm>
        </p:grpSpPr>
        <p:sp>
          <p:nvSpPr>
            <p:cNvPr id="61" name="Google Shape;7632;p65"/>
            <p:cNvSpPr/>
            <p:nvPr/>
          </p:nvSpPr>
          <p:spPr>
            <a:xfrm>
              <a:off x="3952456" y="1550482"/>
              <a:ext cx="370195" cy="248064"/>
            </a:xfrm>
            <a:custGeom>
              <a:avLst/>
              <a:gdLst/>
              <a:ahLst/>
              <a:cxnLst/>
              <a:rect l="l" t="t" r="r" b="b"/>
              <a:pathLst>
                <a:path w="24725" h="16568" extrusionOk="0">
                  <a:moveTo>
                    <a:pt x="484" y="1"/>
                  </a:moveTo>
                  <a:cubicBezTo>
                    <a:pt x="211" y="1"/>
                    <a:pt x="0" y="232"/>
                    <a:pt x="0" y="505"/>
                  </a:cubicBezTo>
                  <a:lnTo>
                    <a:pt x="0" y="16063"/>
                  </a:lnTo>
                  <a:cubicBezTo>
                    <a:pt x="0" y="16337"/>
                    <a:pt x="211" y="16568"/>
                    <a:pt x="484" y="16568"/>
                  </a:cubicBezTo>
                  <a:lnTo>
                    <a:pt x="24241" y="16568"/>
                  </a:lnTo>
                  <a:cubicBezTo>
                    <a:pt x="24515" y="16568"/>
                    <a:pt x="24725" y="16337"/>
                    <a:pt x="24725" y="16063"/>
                  </a:cubicBezTo>
                  <a:lnTo>
                    <a:pt x="24725" y="15138"/>
                  </a:lnTo>
                  <a:lnTo>
                    <a:pt x="24725" y="505"/>
                  </a:lnTo>
                  <a:cubicBezTo>
                    <a:pt x="24725" y="232"/>
                    <a:pt x="24515" y="1"/>
                    <a:pt x="24241" y="1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2" name="Google Shape;7633;p65"/>
            <p:cNvSpPr/>
            <p:nvPr/>
          </p:nvSpPr>
          <p:spPr>
            <a:xfrm>
              <a:off x="3977955" y="1550482"/>
              <a:ext cx="344697" cy="226669"/>
            </a:xfrm>
            <a:custGeom>
              <a:avLst/>
              <a:gdLst/>
              <a:ahLst/>
              <a:cxnLst/>
              <a:rect l="l" t="t" r="r" b="b"/>
              <a:pathLst>
                <a:path w="23022" h="15139" extrusionOk="0">
                  <a:moveTo>
                    <a:pt x="21" y="1"/>
                  </a:moveTo>
                  <a:lnTo>
                    <a:pt x="21" y="14634"/>
                  </a:lnTo>
                  <a:cubicBezTo>
                    <a:pt x="0" y="14907"/>
                    <a:pt x="232" y="15138"/>
                    <a:pt x="505" y="15138"/>
                  </a:cubicBezTo>
                  <a:lnTo>
                    <a:pt x="23022" y="15138"/>
                  </a:lnTo>
                  <a:lnTo>
                    <a:pt x="23022" y="505"/>
                  </a:lnTo>
                  <a:cubicBezTo>
                    <a:pt x="23022" y="232"/>
                    <a:pt x="22812" y="1"/>
                    <a:pt x="22538" y="1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3" name="Google Shape;7634;p65"/>
            <p:cNvSpPr/>
            <p:nvPr/>
          </p:nvSpPr>
          <p:spPr>
            <a:xfrm>
              <a:off x="3990232" y="1524280"/>
              <a:ext cx="294644" cy="251613"/>
            </a:xfrm>
            <a:custGeom>
              <a:avLst/>
              <a:gdLst/>
              <a:ahLst/>
              <a:cxnLst/>
              <a:rect l="l" t="t" r="r" b="b"/>
              <a:pathLst>
                <a:path w="19679" h="16805" extrusionOk="0">
                  <a:moveTo>
                    <a:pt x="4933" y="0"/>
                  </a:moveTo>
                  <a:cubicBezTo>
                    <a:pt x="3281" y="0"/>
                    <a:pt x="1628" y="347"/>
                    <a:pt x="84" y="1036"/>
                  </a:cubicBezTo>
                  <a:cubicBezTo>
                    <a:pt x="42" y="1057"/>
                    <a:pt x="0" y="1099"/>
                    <a:pt x="0" y="1141"/>
                  </a:cubicBezTo>
                  <a:lnTo>
                    <a:pt x="0" y="16615"/>
                  </a:lnTo>
                  <a:cubicBezTo>
                    <a:pt x="0" y="16688"/>
                    <a:pt x="79" y="16745"/>
                    <a:pt x="142" y="16745"/>
                  </a:cubicBezTo>
                  <a:cubicBezTo>
                    <a:pt x="151" y="16745"/>
                    <a:pt x="160" y="16744"/>
                    <a:pt x="168" y="16741"/>
                  </a:cubicBezTo>
                  <a:cubicBezTo>
                    <a:pt x="1684" y="16071"/>
                    <a:pt x="3301" y="15739"/>
                    <a:pt x="4918" y="15739"/>
                  </a:cubicBezTo>
                  <a:cubicBezTo>
                    <a:pt x="6597" y="15739"/>
                    <a:pt x="8276" y="16097"/>
                    <a:pt x="9840" y="16804"/>
                  </a:cubicBezTo>
                  <a:cubicBezTo>
                    <a:pt x="11404" y="16097"/>
                    <a:pt x="13082" y="15739"/>
                    <a:pt x="14762" y="15739"/>
                  </a:cubicBezTo>
                  <a:cubicBezTo>
                    <a:pt x="16378" y="15739"/>
                    <a:pt x="17995" y="16071"/>
                    <a:pt x="19511" y="16741"/>
                  </a:cubicBezTo>
                  <a:cubicBezTo>
                    <a:pt x="19519" y="16744"/>
                    <a:pt x="19528" y="16745"/>
                    <a:pt x="19537" y="16745"/>
                  </a:cubicBezTo>
                  <a:cubicBezTo>
                    <a:pt x="19600" y="16745"/>
                    <a:pt x="19679" y="16688"/>
                    <a:pt x="19679" y="16615"/>
                  </a:cubicBezTo>
                  <a:lnTo>
                    <a:pt x="19679" y="1141"/>
                  </a:lnTo>
                  <a:cubicBezTo>
                    <a:pt x="19679" y="1099"/>
                    <a:pt x="19637" y="1057"/>
                    <a:pt x="19595" y="1036"/>
                  </a:cubicBezTo>
                  <a:cubicBezTo>
                    <a:pt x="18051" y="347"/>
                    <a:pt x="16398" y="0"/>
                    <a:pt x="14747" y="0"/>
                  </a:cubicBezTo>
                  <a:cubicBezTo>
                    <a:pt x="13071" y="0"/>
                    <a:pt x="11396" y="358"/>
                    <a:pt x="9840" y="1078"/>
                  </a:cubicBezTo>
                  <a:cubicBezTo>
                    <a:pt x="8283" y="358"/>
                    <a:pt x="6609" y="0"/>
                    <a:pt x="4933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4" name="Google Shape;7635;p65"/>
            <p:cNvSpPr/>
            <p:nvPr/>
          </p:nvSpPr>
          <p:spPr>
            <a:xfrm>
              <a:off x="4003138" y="1524430"/>
              <a:ext cx="281738" cy="230367"/>
            </a:xfrm>
            <a:custGeom>
              <a:avLst/>
              <a:gdLst/>
              <a:ahLst/>
              <a:cxnLst/>
              <a:rect l="l" t="t" r="r" b="b"/>
              <a:pathLst>
                <a:path w="18817" h="15386" extrusionOk="0">
                  <a:moveTo>
                    <a:pt x="13885" y="1"/>
                  </a:moveTo>
                  <a:cubicBezTo>
                    <a:pt x="12209" y="1"/>
                    <a:pt x="10534" y="358"/>
                    <a:pt x="8978" y="1068"/>
                  </a:cubicBezTo>
                  <a:cubicBezTo>
                    <a:pt x="7423" y="360"/>
                    <a:pt x="5747" y="5"/>
                    <a:pt x="4069" y="5"/>
                  </a:cubicBezTo>
                  <a:cubicBezTo>
                    <a:pt x="2706" y="5"/>
                    <a:pt x="1343" y="239"/>
                    <a:pt x="42" y="711"/>
                  </a:cubicBezTo>
                  <a:lnTo>
                    <a:pt x="0" y="711"/>
                  </a:lnTo>
                  <a:lnTo>
                    <a:pt x="0" y="15196"/>
                  </a:lnTo>
                  <a:cubicBezTo>
                    <a:pt x="0" y="15262"/>
                    <a:pt x="51" y="15315"/>
                    <a:pt x="114" y="15315"/>
                  </a:cubicBezTo>
                  <a:cubicBezTo>
                    <a:pt x="132" y="15315"/>
                    <a:pt x="150" y="15311"/>
                    <a:pt x="168" y="15301"/>
                  </a:cubicBezTo>
                  <a:cubicBezTo>
                    <a:pt x="1858" y="14556"/>
                    <a:pt x="3381" y="14304"/>
                    <a:pt x="4666" y="14304"/>
                  </a:cubicBezTo>
                  <a:cubicBezTo>
                    <a:pt x="7332" y="14304"/>
                    <a:pt x="8978" y="15386"/>
                    <a:pt x="8978" y="15386"/>
                  </a:cubicBezTo>
                  <a:cubicBezTo>
                    <a:pt x="10765" y="14671"/>
                    <a:pt x="12657" y="14313"/>
                    <a:pt x="14570" y="14313"/>
                  </a:cubicBezTo>
                  <a:cubicBezTo>
                    <a:pt x="14626" y="14313"/>
                    <a:pt x="14682" y="14312"/>
                    <a:pt x="14738" y="14312"/>
                  </a:cubicBezTo>
                  <a:cubicBezTo>
                    <a:pt x="16131" y="14312"/>
                    <a:pt x="17503" y="14563"/>
                    <a:pt x="18817" y="15028"/>
                  </a:cubicBezTo>
                  <a:lnTo>
                    <a:pt x="18817" y="1131"/>
                  </a:lnTo>
                  <a:cubicBezTo>
                    <a:pt x="18817" y="1089"/>
                    <a:pt x="18775" y="1047"/>
                    <a:pt x="18733" y="1047"/>
                  </a:cubicBezTo>
                  <a:cubicBezTo>
                    <a:pt x="17189" y="348"/>
                    <a:pt x="15536" y="1"/>
                    <a:pt x="1388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5" name="Google Shape;7636;p65"/>
            <p:cNvSpPr/>
            <p:nvPr/>
          </p:nvSpPr>
          <p:spPr>
            <a:xfrm>
              <a:off x="4137547" y="1524280"/>
              <a:ext cx="147329" cy="230517"/>
            </a:xfrm>
            <a:custGeom>
              <a:avLst/>
              <a:gdLst/>
              <a:ahLst/>
              <a:cxnLst/>
              <a:rect l="l" t="t" r="r" b="b"/>
              <a:pathLst>
                <a:path w="9840" h="15396" extrusionOk="0">
                  <a:moveTo>
                    <a:pt x="4908" y="0"/>
                  </a:moveTo>
                  <a:cubicBezTo>
                    <a:pt x="3232" y="0"/>
                    <a:pt x="1557" y="358"/>
                    <a:pt x="1" y="1078"/>
                  </a:cubicBezTo>
                  <a:lnTo>
                    <a:pt x="1" y="15396"/>
                  </a:lnTo>
                  <a:cubicBezTo>
                    <a:pt x="1788" y="14681"/>
                    <a:pt x="3680" y="14323"/>
                    <a:pt x="5593" y="14323"/>
                  </a:cubicBezTo>
                  <a:cubicBezTo>
                    <a:pt x="5649" y="14323"/>
                    <a:pt x="5705" y="14322"/>
                    <a:pt x="5761" y="14322"/>
                  </a:cubicBezTo>
                  <a:cubicBezTo>
                    <a:pt x="7154" y="14322"/>
                    <a:pt x="8526" y="14573"/>
                    <a:pt x="9840" y="15038"/>
                  </a:cubicBezTo>
                  <a:lnTo>
                    <a:pt x="9840" y="1141"/>
                  </a:lnTo>
                  <a:cubicBezTo>
                    <a:pt x="9840" y="1099"/>
                    <a:pt x="9798" y="1057"/>
                    <a:pt x="9756" y="1036"/>
                  </a:cubicBezTo>
                  <a:cubicBezTo>
                    <a:pt x="8212" y="347"/>
                    <a:pt x="6559" y="0"/>
                    <a:pt x="4908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6" name="Google Shape;7637;p65"/>
            <p:cNvSpPr/>
            <p:nvPr/>
          </p:nvSpPr>
          <p:spPr>
            <a:xfrm>
              <a:off x="4137547" y="1766430"/>
              <a:ext cx="25828" cy="58003"/>
            </a:xfrm>
            <a:custGeom>
              <a:avLst/>
              <a:gdLst/>
              <a:ahLst/>
              <a:cxnLst/>
              <a:rect l="l" t="t" r="r" b="b"/>
              <a:pathLst>
                <a:path w="1725" h="3874" extrusionOk="0">
                  <a:moveTo>
                    <a:pt x="1725" y="0"/>
                  </a:moveTo>
                  <a:cubicBezTo>
                    <a:pt x="1136" y="148"/>
                    <a:pt x="547" y="379"/>
                    <a:pt x="1" y="631"/>
                  </a:cubicBezTo>
                  <a:lnTo>
                    <a:pt x="1" y="3743"/>
                  </a:lnTo>
                  <a:cubicBezTo>
                    <a:pt x="1" y="3819"/>
                    <a:pt x="67" y="3873"/>
                    <a:pt x="127" y="3873"/>
                  </a:cubicBezTo>
                  <a:cubicBezTo>
                    <a:pt x="150" y="3873"/>
                    <a:pt x="172" y="3865"/>
                    <a:pt x="190" y="3848"/>
                  </a:cubicBezTo>
                  <a:lnTo>
                    <a:pt x="799" y="3364"/>
                  </a:lnTo>
                  <a:cubicBezTo>
                    <a:pt x="821" y="3343"/>
                    <a:pt x="847" y="3333"/>
                    <a:pt x="876" y="3333"/>
                  </a:cubicBezTo>
                  <a:cubicBezTo>
                    <a:pt x="905" y="3333"/>
                    <a:pt x="936" y="3343"/>
                    <a:pt x="968" y="3364"/>
                  </a:cubicBezTo>
                  <a:lnTo>
                    <a:pt x="1514" y="3827"/>
                  </a:lnTo>
                  <a:cubicBezTo>
                    <a:pt x="1541" y="3847"/>
                    <a:pt x="1573" y="3857"/>
                    <a:pt x="1603" y="3857"/>
                  </a:cubicBezTo>
                  <a:cubicBezTo>
                    <a:pt x="1666" y="3857"/>
                    <a:pt x="1725" y="3814"/>
                    <a:pt x="1725" y="3743"/>
                  </a:cubicBezTo>
                  <a:lnTo>
                    <a:pt x="1725" y="0"/>
                  </a:lnTo>
                  <a:close/>
                </a:path>
              </a:pathLst>
            </a:custGeom>
            <a:solidFill>
              <a:srgbClr val="C6D2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86" name="Google Shape;386;p34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Dictionaries</a:t>
            </a:r>
            <a:r>
              <a:rPr lang="fr-F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fr-F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 Key and Value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19970" y="1483672"/>
            <a:ext cx="11239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Dictionary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: An unordered structure for storing data as Key-Value pairs. </a:t>
            </a:r>
            <a:r>
              <a:rPr lang="en-US" sz="2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Usage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: Storing user data, application settings.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Example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: user = {"name": "Ali", "age": 30}</a:t>
            </a:r>
            <a:endParaRPr lang="fr-FR" sz="20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-1" y="5024900"/>
            <a:ext cx="4905543" cy="1600200"/>
          </a:xfrm>
          <a:prstGeom prst="rect">
            <a:avLst/>
          </a:prstGeom>
          <a:solidFill>
            <a:schemeClr val="accent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659854" y="5024900"/>
            <a:ext cx="462906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"</a:t>
            </a:r>
            <a:r>
              <a:rPr lang="fr-FR" sz="2400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name</a:t>
            </a:r>
            <a:r>
              <a:rPr lang="fr-FR" sz="2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"   </a:t>
            </a:r>
            <a:r>
              <a:rPr lang="fr-FR" sz="3200" b="1" dirty="0">
                <a:solidFill>
                  <a:schemeClr val="bg1"/>
                </a:solidFill>
                <a:latin typeface="Lucida Console" panose="020B0609040504020204" pitchFamily="49" charset="0"/>
              </a:rPr>
              <a:t>→ </a:t>
            </a:r>
            <a:r>
              <a:rPr lang="fr-FR" sz="2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fr-FR" sz="2400" b="1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"</a:t>
            </a:r>
            <a:r>
              <a:rPr lang="fr-FR" sz="2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Ali"</a:t>
            </a:r>
          </a:p>
          <a:p>
            <a:pPr>
              <a:lnSpc>
                <a:spcPct val="150000"/>
              </a:lnSpc>
            </a:pPr>
            <a:r>
              <a:rPr lang="fr-FR" sz="2400" b="1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"</a:t>
            </a:r>
            <a:r>
              <a:rPr lang="fr-FR" sz="2400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age</a:t>
            </a:r>
            <a:r>
              <a:rPr lang="fr-FR" sz="2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"    </a:t>
            </a:r>
            <a:r>
              <a:rPr lang="fr-FR" sz="3200" b="1" dirty="0">
                <a:solidFill>
                  <a:schemeClr val="bg1"/>
                </a:solidFill>
                <a:latin typeface="Lucida Console" panose="020B0609040504020204" pitchFamily="49" charset="0"/>
              </a:rPr>
              <a:t>→ </a:t>
            </a:r>
            <a:r>
              <a:rPr lang="fr-FR" sz="2400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fr-FR" sz="2400" b="1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30</a:t>
            </a:r>
            <a:endParaRPr lang="fr-FR" sz="2400" b="1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9" name="Groupe 18"/>
          <p:cNvGrpSpPr/>
          <p:nvPr/>
        </p:nvGrpSpPr>
        <p:grpSpPr>
          <a:xfrm>
            <a:off x="7246620" y="3424703"/>
            <a:ext cx="4945380" cy="2113309"/>
            <a:chOff x="7246620" y="3424703"/>
            <a:chExt cx="4945380" cy="2113309"/>
          </a:xfrm>
        </p:grpSpPr>
        <p:sp>
          <p:nvSpPr>
            <p:cNvPr id="54" name="Google Shape;683;p45"/>
            <p:cNvSpPr/>
            <p:nvPr/>
          </p:nvSpPr>
          <p:spPr>
            <a:xfrm>
              <a:off x="7246620" y="5024903"/>
              <a:ext cx="3665036" cy="513109"/>
            </a:xfrm>
            <a:custGeom>
              <a:avLst/>
              <a:gdLst/>
              <a:ahLst/>
              <a:cxnLst/>
              <a:rect l="l" t="t" r="r" b="b"/>
              <a:pathLst>
                <a:path w="104811" h="12026" extrusionOk="0">
                  <a:moveTo>
                    <a:pt x="0" y="0"/>
                  </a:moveTo>
                  <a:lnTo>
                    <a:pt x="104811" y="0"/>
                  </a:lnTo>
                  <a:lnTo>
                    <a:pt x="104811" y="12025"/>
                  </a:lnTo>
                  <a:lnTo>
                    <a:pt x="0" y="1202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246620" y="3424703"/>
              <a:ext cx="4945380" cy="16002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8005163" y="3963193"/>
            <a:ext cx="34788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>
                <a:latin typeface="Lucida Console" panose="020B0609040504020204" pitchFamily="49" charset="0"/>
              </a:rPr>
              <a:t>[ Key </a:t>
            </a:r>
            <a:r>
              <a:rPr lang="fr-FR" sz="2000" b="1" dirty="0" smtClean="0">
                <a:latin typeface="Lucida Console" panose="020B0609040504020204" pitchFamily="49" charset="0"/>
              </a:rPr>
              <a:t>]  </a:t>
            </a:r>
            <a:r>
              <a:rPr lang="fr-FR" sz="2800" b="1" dirty="0">
                <a:latin typeface="Lucida Console" panose="020B0609040504020204" pitchFamily="49" charset="0"/>
              </a:rPr>
              <a:t>→</a:t>
            </a:r>
            <a:r>
              <a:rPr lang="fr-FR" sz="2000" b="1" dirty="0">
                <a:latin typeface="Lucida Console" panose="020B0609040504020204" pitchFamily="49" charset="0"/>
              </a:rPr>
              <a:t>  [ </a:t>
            </a:r>
            <a:r>
              <a:rPr lang="fr-FR" sz="2000" b="1" dirty="0" smtClean="0">
                <a:latin typeface="Lucida Console" panose="020B0609040504020204" pitchFamily="49" charset="0"/>
              </a:rPr>
              <a:t>Value </a:t>
            </a:r>
            <a:r>
              <a:rPr lang="fr-FR" sz="2000" b="1" dirty="0">
                <a:latin typeface="Lucida Console" panose="020B0609040504020204" pitchFamily="49" charset="0"/>
              </a:rPr>
              <a:t>]</a:t>
            </a:r>
          </a:p>
        </p:txBody>
      </p:sp>
      <p:sp>
        <p:nvSpPr>
          <p:cNvPr id="15" name="AutoShape 2" descr="Lock And Key Icons - Free SVG &amp; PN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3" name="Google Shape;682;p45"/>
          <p:cNvPicPr preferRelativeResize="0"/>
          <p:nvPr/>
        </p:nvPicPr>
        <p:blipFill rotWithShape="1">
          <a:blip r:embed="rId4">
            <a:alphaModFix/>
          </a:blip>
          <a:srcRect l="19480" t="1533" r="24168" b="20621"/>
          <a:stretch/>
        </p:blipFill>
        <p:spPr>
          <a:xfrm>
            <a:off x="4905543" y="3413500"/>
            <a:ext cx="2332768" cy="3222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242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32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96296E-6 L -0.0004 0.26505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3241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6" grpId="0" animBg="1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386;p34"/>
          <p:cNvSpPr txBox="1">
            <a:spLocks noGrp="1"/>
          </p:cNvSpPr>
          <p:nvPr>
            <p:ph type="title" idx="4294967295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fr-FR" sz="4000" b="1" dirty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File Handling (File I/O)</a:t>
            </a:r>
            <a:endParaRPr sz="4000" b="1" dirty="0">
              <a:solidFill>
                <a:schemeClr val="bg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1764" y="1541289"/>
            <a:ext cx="10869527" cy="1293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Operations</a:t>
            </a: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: 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Reading (r), Writing (w), Appending (a).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Safe Approach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: Use with open(...) as file: to ensure proper 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file closure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Application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: Saving user settings or an event log to a text file.</a:t>
            </a:r>
            <a:endParaRPr lang="fr-FR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24" name="Groupe 23"/>
          <p:cNvGrpSpPr/>
          <p:nvPr/>
        </p:nvGrpSpPr>
        <p:grpSpPr>
          <a:xfrm>
            <a:off x="4445890" y="3657355"/>
            <a:ext cx="1912339" cy="987861"/>
            <a:chOff x="4445890" y="3657355"/>
            <a:chExt cx="1912339" cy="987861"/>
          </a:xfrm>
        </p:grpSpPr>
        <p:sp>
          <p:nvSpPr>
            <p:cNvPr id="19" name="Google Shape;1298;p58"/>
            <p:cNvSpPr/>
            <p:nvPr/>
          </p:nvSpPr>
          <p:spPr>
            <a:xfrm>
              <a:off x="4445890" y="4150009"/>
              <a:ext cx="1912339" cy="495207"/>
            </a:xfrm>
            <a:prstGeom prst="stripedRightArrow">
              <a:avLst>
                <a:gd name="adj1" fmla="val 44153"/>
                <a:gd name="adj2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0" name="ZoneTexte 9"/>
            <p:cNvSpPr txBox="1"/>
            <p:nvPr/>
          </p:nvSpPr>
          <p:spPr>
            <a:xfrm>
              <a:off x="4906055" y="3657355"/>
              <a:ext cx="1218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 smtClean="0">
                  <a:solidFill>
                    <a:schemeClr val="bg2"/>
                  </a:solidFill>
                  <a:latin typeface="Agency FB" panose="020B0503020202020204" pitchFamily="34" charset="0"/>
                </a:rPr>
                <a:t>Read (r)</a:t>
              </a:r>
              <a:endParaRPr lang="fr-FR" sz="2400" b="1" dirty="0">
                <a:solidFill>
                  <a:schemeClr val="bg2"/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448" name="Groupe 447"/>
          <p:cNvGrpSpPr/>
          <p:nvPr/>
        </p:nvGrpSpPr>
        <p:grpSpPr>
          <a:xfrm>
            <a:off x="4045185" y="4830400"/>
            <a:ext cx="2603259" cy="989414"/>
            <a:chOff x="4045185" y="4830400"/>
            <a:chExt cx="2603259" cy="989414"/>
          </a:xfrm>
        </p:grpSpPr>
        <p:sp>
          <p:nvSpPr>
            <p:cNvPr id="20" name="Google Shape;1298;p58"/>
            <p:cNvSpPr/>
            <p:nvPr/>
          </p:nvSpPr>
          <p:spPr>
            <a:xfrm rot="10800000">
              <a:off x="4391794" y="4830400"/>
              <a:ext cx="1896065" cy="496249"/>
            </a:xfrm>
            <a:prstGeom prst="stripedRightArrow">
              <a:avLst>
                <a:gd name="adj1" fmla="val 44153"/>
                <a:gd name="adj2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ZoneTexte 21"/>
            <p:cNvSpPr txBox="1"/>
            <p:nvPr/>
          </p:nvSpPr>
          <p:spPr>
            <a:xfrm>
              <a:off x="4045185" y="5358149"/>
              <a:ext cx="26032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 err="1" smtClean="0">
                  <a:solidFill>
                    <a:schemeClr val="tx2"/>
                  </a:solidFill>
                  <a:latin typeface="Agency FB" panose="020B0503020202020204" pitchFamily="34" charset="0"/>
                </a:rPr>
                <a:t>Write</a:t>
              </a:r>
              <a:r>
                <a:rPr lang="fr-FR" sz="2400" b="1" dirty="0">
                  <a:solidFill>
                    <a:schemeClr val="tx2"/>
                  </a:solidFill>
                  <a:latin typeface="Agency FB" panose="020B0503020202020204" pitchFamily="34" charset="0"/>
                </a:rPr>
                <a:t> </a:t>
              </a:r>
              <a:r>
                <a:rPr lang="fr-FR" sz="2400" b="1" dirty="0" smtClean="0">
                  <a:solidFill>
                    <a:schemeClr val="tx2"/>
                  </a:solidFill>
                  <a:latin typeface="Agency FB" panose="020B0503020202020204" pitchFamily="34" charset="0"/>
                </a:rPr>
                <a:t>(w), Append (a)</a:t>
              </a:r>
              <a:endParaRPr lang="fr-FR" sz="2400" b="1" dirty="0">
                <a:solidFill>
                  <a:schemeClr val="tx2"/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18" name="Groupe 17"/>
          <p:cNvGrpSpPr/>
          <p:nvPr/>
        </p:nvGrpSpPr>
        <p:grpSpPr>
          <a:xfrm>
            <a:off x="1558746" y="3719232"/>
            <a:ext cx="2152345" cy="2664402"/>
            <a:chOff x="1558746" y="3719232"/>
            <a:chExt cx="2152345" cy="2664402"/>
          </a:xfrm>
        </p:grpSpPr>
        <p:pic>
          <p:nvPicPr>
            <p:cNvPr id="2052" name="Picture 4" descr="Paper Icon Vector Art, Icons, and Graphics for Free Download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foregroundMark x1="47755" y1="31735" x2="46531" y2="69490"/>
                          <a14:foregroundMark x1="59898" y1="45102" x2="34286" y2="74388"/>
                          <a14:foregroundMark x1="37959" y1="29286" x2="66020" y2="71939"/>
                          <a14:foregroundMark x1="66020" y1="45102" x2="57551" y2="76837"/>
                          <a14:foregroundMark x1="35510" y1="61020" x2="35510" y2="30510"/>
                          <a14:foregroundMark x1="33163" y1="19490" x2="68469" y2="78061"/>
                          <a14:foregroundMark x1="52653" y1="20714" x2="30714" y2="78061"/>
                          <a14:foregroundMark x1="69694" y1="37857" x2="44082" y2="76837"/>
                          <a14:foregroundMark x1="33163" y1="81735" x2="66020" y2="79286"/>
                          <a14:foregroundMark x1="69694" y1="40204" x2="69694" y2="74388"/>
                          <a14:foregroundMark x1="33163" y1="25612" x2="30714" y2="67041"/>
                          <a14:foregroundMark x1="63571" y1="24694" x2="63571" y2="24694"/>
                          <a14:foregroundMark x1="60714" y1="23776" x2="64694" y2="26939"/>
                          <a14:foregroundMark x1="45753" y1="22973" x2="64286" y2="4015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8746" y="3719232"/>
              <a:ext cx="2152345" cy="21523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ZoneTexte 10"/>
            <p:cNvSpPr txBox="1"/>
            <p:nvPr/>
          </p:nvSpPr>
          <p:spPr>
            <a:xfrm>
              <a:off x="2091378" y="6014302"/>
              <a:ext cx="1052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err="1">
                  <a:solidFill>
                    <a:schemeClr val="bg1"/>
                  </a:solidFill>
                </a:rPr>
                <a:t>d</a:t>
              </a:r>
              <a:r>
                <a:rPr lang="fr-FR" b="1" dirty="0" err="1" smtClean="0">
                  <a:solidFill>
                    <a:schemeClr val="bg1"/>
                  </a:solidFill>
                </a:rPr>
                <a:t>ata,txt</a:t>
              </a:r>
              <a:endParaRPr lang="fr-FR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e 22"/>
          <p:cNvGrpSpPr/>
          <p:nvPr/>
        </p:nvGrpSpPr>
        <p:grpSpPr>
          <a:xfrm>
            <a:off x="6999798" y="3210216"/>
            <a:ext cx="4658919" cy="3315497"/>
            <a:chOff x="6999798" y="3210216"/>
            <a:chExt cx="4658919" cy="3315497"/>
          </a:xfrm>
        </p:grpSpPr>
        <p:grpSp>
          <p:nvGrpSpPr>
            <p:cNvPr id="17" name="Groupe 16"/>
            <p:cNvGrpSpPr/>
            <p:nvPr/>
          </p:nvGrpSpPr>
          <p:grpSpPr>
            <a:xfrm>
              <a:off x="6999798" y="3210216"/>
              <a:ext cx="4658919" cy="2869999"/>
              <a:chOff x="6048798" y="3453924"/>
              <a:chExt cx="5950543" cy="3581379"/>
            </a:xfrm>
          </p:grpSpPr>
          <p:sp>
            <p:nvSpPr>
              <p:cNvPr id="100" name="Google Shape;776;p49"/>
              <p:cNvSpPr/>
              <p:nvPr/>
            </p:nvSpPr>
            <p:spPr>
              <a:xfrm>
                <a:off x="7029218" y="3453924"/>
                <a:ext cx="3990135" cy="2702996"/>
              </a:xfrm>
              <a:custGeom>
                <a:avLst/>
                <a:gdLst/>
                <a:ahLst/>
                <a:cxnLst/>
                <a:rect l="l" t="t" r="r" b="b"/>
                <a:pathLst>
                  <a:path w="165841" h="112344" extrusionOk="0">
                    <a:moveTo>
                      <a:pt x="6603" y="1"/>
                    </a:moveTo>
                    <a:cubicBezTo>
                      <a:pt x="3013" y="1"/>
                      <a:pt x="73" y="2917"/>
                      <a:pt x="73" y="6531"/>
                    </a:cubicBezTo>
                    <a:lnTo>
                      <a:pt x="1" y="110079"/>
                    </a:lnTo>
                    <a:cubicBezTo>
                      <a:pt x="1" y="111259"/>
                      <a:pt x="940" y="112199"/>
                      <a:pt x="2121" y="112199"/>
                    </a:cubicBezTo>
                    <a:lnTo>
                      <a:pt x="163624" y="112344"/>
                    </a:lnTo>
                    <a:cubicBezTo>
                      <a:pt x="164780" y="112344"/>
                      <a:pt x="165744" y="111380"/>
                      <a:pt x="165744" y="110199"/>
                    </a:cubicBezTo>
                    <a:lnTo>
                      <a:pt x="165841" y="6676"/>
                    </a:lnTo>
                    <a:cubicBezTo>
                      <a:pt x="165841" y="3061"/>
                      <a:pt x="162901" y="121"/>
                      <a:pt x="159310" y="121"/>
                    </a:cubicBezTo>
                    <a:lnTo>
                      <a:pt x="6603" y="1"/>
                    </a:lnTo>
                    <a:close/>
                  </a:path>
                </a:pathLst>
              </a:custGeom>
              <a:solidFill>
                <a:srgbClr val="1B146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01" name="Google Shape;777;p49"/>
              <p:cNvSpPr/>
              <p:nvPr/>
            </p:nvSpPr>
            <p:spPr>
              <a:xfrm>
                <a:off x="7029218" y="3453924"/>
                <a:ext cx="3990135" cy="2702996"/>
              </a:xfrm>
              <a:custGeom>
                <a:avLst/>
                <a:gdLst/>
                <a:ahLst/>
                <a:cxnLst/>
                <a:rect l="l" t="t" r="r" b="b"/>
                <a:pathLst>
                  <a:path w="165841" h="112344" extrusionOk="0">
                    <a:moveTo>
                      <a:pt x="6603" y="1"/>
                    </a:moveTo>
                    <a:cubicBezTo>
                      <a:pt x="3013" y="1"/>
                      <a:pt x="73" y="2917"/>
                      <a:pt x="73" y="6531"/>
                    </a:cubicBezTo>
                    <a:lnTo>
                      <a:pt x="1" y="110079"/>
                    </a:lnTo>
                    <a:cubicBezTo>
                      <a:pt x="1" y="111259"/>
                      <a:pt x="940" y="112199"/>
                      <a:pt x="2121" y="112199"/>
                    </a:cubicBezTo>
                    <a:lnTo>
                      <a:pt x="163624" y="112344"/>
                    </a:lnTo>
                    <a:cubicBezTo>
                      <a:pt x="164780" y="112344"/>
                      <a:pt x="165744" y="111380"/>
                      <a:pt x="165744" y="110199"/>
                    </a:cubicBezTo>
                    <a:lnTo>
                      <a:pt x="165841" y="6676"/>
                    </a:lnTo>
                    <a:cubicBezTo>
                      <a:pt x="165841" y="3061"/>
                      <a:pt x="162901" y="121"/>
                      <a:pt x="159310" y="121"/>
                    </a:cubicBezTo>
                    <a:lnTo>
                      <a:pt x="66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02" name="Google Shape;778;p49"/>
              <p:cNvSpPr/>
              <p:nvPr/>
            </p:nvSpPr>
            <p:spPr>
              <a:xfrm>
                <a:off x="7029218" y="3453924"/>
                <a:ext cx="3990135" cy="2702996"/>
              </a:xfrm>
              <a:custGeom>
                <a:avLst/>
                <a:gdLst/>
                <a:ahLst/>
                <a:cxnLst/>
                <a:rect l="l" t="t" r="r" b="b"/>
                <a:pathLst>
                  <a:path w="165841" h="112344" extrusionOk="0">
                    <a:moveTo>
                      <a:pt x="6603" y="1"/>
                    </a:moveTo>
                    <a:cubicBezTo>
                      <a:pt x="3013" y="1"/>
                      <a:pt x="73" y="2917"/>
                      <a:pt x="73" y="6531"/>
                    </a:cubicBezTo>
                    <a:lnTo>
                      <a:pt x="1" y="110079"/>
                    </a:lnTo>
                    <a:cubicBezTo>
                      <a:pt x="1" y="111259"/>
                      <a:pt x="940" y="112199"/>
                      <a:pt x="2121" y="112199"/>
                    </a:cubicBezTo>
                    <a:lnTo>
                      <a:pt x="163624" y="112344"/>
                    </a:lnTo>
                    <a:cubicBezTo>
                      <a:pt x="164780" y="112344"/>
                      <a:pt x="165744" y="111380"/>
                      <a:pt x="165744" y="110199"/>
                    </a:cubicBezTo>
                    <a:lnTo>
                      <a:pt x="165841" y="6676"/>
                    </a:lnTo>
                    <a:cubicBezTo>
                      <a:pt x="165841" y="3061"/>
                      <a:pt x="162901" y="121"/>
                      <a:pt x="159310" y="121"/>
                    </a:cubicBezTo>
                    <a:lnTo>
                      <a:pt x="6603" y="1"/>
                    </a:lnTo>
                    <a:close/>
                  </a:path>
                </a:pathLst>
              </a:custGeom>
              <a:solidFill>
                <a:srgbClr val="FFFFFF">
                  <a:alpha val="62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03" name="Google Shape;779;p49"/>
              <p:cNvSpPr/>
              <p:nvPr/>
            </p:nvSpPr>
            <p:spPr>
              <a:xfrm>
                <a:off x="6071992" y="6903094"/>
                <a:ext cx="5904588" cy="132209"/>
              </a:xfrm>
              <a:custGeom>
                <a:avLst/>
                <a:gdLst/>
                <a:ahLst/>
                <a:cxnLst/>
                <a:rect l="l" t="t" r="r" b="b"/>
                <a:pathLst>
                  <a:path w="245411" h="5495" extrusionOk="0">
                    <a:moveTo>
                      <a:pt x="0" y="1"/>
                    </a:moveTo>
                    <a:lnTo>
                      <a:pt x="0" y="169"/>
                    </a:lnTo>
                    <a:cubicBezTo>
                      <a:pt x="0" y="3013"/>
                      <a:pt x="2314" y="5326"/>
                      <a:pt x="5157" y="5326"/>
                    </a:cubicBezTo>
                    <a:lnTo>
                      <a:pt x="240278" y="5495"/>
                    </a:lnTo>
                    <a:cubicBezTo>
                      <a:pt x="240293" y="5495"/>
                      <a:pt x="240307" y="5495"/>
                      <a:pt x="240322" y="5495"/>
                    </a:cubicBezTo>
                    <a:cubicBezTo>
                      <a:pt x="243121" y="5495"/>
                      <a:pt x="245411" y="3191"/>
                      <a:pt x="245411" y="362"/>
                    </a:cubicBezTo>
                    <a:lnTo>
                      <a:pt x="245411" y="19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04" name="Google Shape;780;p49"/>
              <p:cNvSpPr/>
              <p:nvPr/>
            </p:nvSpPr>
            <p:spPr>
              <a:xfrm>
                <a:off x="6048798" y="6143566"/>
                <a:ext cx="5950543" cy="796675"/>
              </a:xfrm>
              <a:custGeom>
                <a:avLst/>
                <a:gdLst/>
                <a:ahLst/>
                <a:cxnLst/>
                <a:rect l="l" t="t" r="r" b="b"/>
                <a:pathLst>
                  <a:path w="247321" h="33112" extrusionOk="0">
                    <a:moveTo>
                      <a:pt x="46147" y="1"/>
                    </a:moveTo>
                    <a:cubicBezTo>
                      <a:pt x="43328" y="1"/>
                      <a:pt x="39930" y="844"/>
                      <a:pt x="38605" y="1904"/>
                    </a:cubicBezTo>
                    <a:lnTo>
                      <a:pt x="1350" y="31038"/>
                    </a:lnTo>
                    <a:cubicBezTo>
                      <a:pt x="0" y="32075"/>
                      <a:pt x="2362" y="32942"/>
                      <a:pt x="6627" y="32942"/>
                    </a:cubicBezTo>
                    <a:lnTo>
                      <a:pt x="240712" y="33111"/>
                    </a:lnTo>
                    <a:cubicBezTo>
                      <a:pt x="240770" y="33111"/>
                      <a:pt x="240827" y="33111"/>
                      <a:pt x="240884" y="33111"/>
                    </a:cubicBezTo>
                    <a:cubicBezTo>
                      <a:pt x="245017" y="33111"/>
                      <a:pt x="247321" y="32253"/>
                      <a:pt x="246013" y="31231"/>
                    </a:cubicBezTo>
                    <a:lnTo>
                      <a:pt x="209337" y="2025"/>
                    </a:lnTo>
                    <a:cubicBezTo>
                      <a:pt x="208011" y="989"/>
                      <a:pt x="204662" y="121"/>
                      <a:pt x="201818" y="121"/>
                    </a:cubicBezTo>
                    <a:lnTo>
                      <a:pt x="46147" y="1"/>
                    </a:lnTo>
                    <a:close/>
                  </a:path>
                </a:pathLst>
              </a:custGeom>
              <a:solidFill>
                <a:srgbClr val="FFFFFF">
                  <a:alpha val="564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05" name="Google Shape;781;p49"/>
              <p:cNvSpPr/>
              <p:nvPr/>
            </p:nvSpPr>
            <p:spPr>
              <a:xfrm>
                <a:off x="7942392" y="6604509"/>
                <a:ext cx="2163788" cy="282368"/>
              </a:xfrm>
              <a:custGeom>
                <a:avLst/>
                <a:gdLst/>
                <a:ahLst/>
                <a:cxnLst/>
                <a:rect l="l" t="t" r="r" b="b"/>
                <a:pathLst>
                  <a:path w="89933" h="11736" extrusionOk="0">
                    <a:moveTo>
                      <a:pt x="6073" y="0"/>
                    </a:moveTo>
                    <a:lnTo>
                      <a:pt x="0" y="11664"/>
                    </a:lnTo>
                    <a:lnTo>
                      <a:pt x="89933" y="11736"/>
                    </a:lnTo>
                    <a:lnTo>
                      <a:pt x="84101" y="73"/>
                    </a:lnTo>
                    <a:lnTo>
                      <a:pt x="6073" y="0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06" name="Google Shape;782;p49"/>
              <p:cNvSpPr/>
              <p:nvPr/>
            </p:nvSpPr>
            <p:spPr>
              <a:xfrm>
                <a:off x="7211858" y="6173138"/>
                <a:ext cx="274837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1423" h="3037" extrusionOk="0">
                    <a:moveTo>
                      <a:pt x="3928" y="1"/>
                    </a:moveTo>
                    <a:cubicBezTo>
                      <a:pt x="3519" y="1"/>
                      <a:pt x="3061" y="121"/>
                      <a:pt x="2916" y="266"/>
                    </a:cubicBezTo>
                    <a:lnTo>
                      <a:pt x="169" y="2748"/>
                    </a:lnTo>
                    <a:cubicBezTo>
                      <a:pt x="0" y="2916"/>
                      <a:pt x="217" y="3013"/>
                      <a:pt x="627" y="3013"/>
                    </a:cubicBezTo>
                    <a:lnTo>
                      <a:pt x="7808" y="3037"/>
                    </a:lnTo>
                    <a:cubicBezTo>
                      <a:pt x="8242" y="3037"/>
                      <a:pt x="8700" y="2916"/>
                      <a:pt x="8844" y="2772"/>
                    </a:cubicBezTo>
                    <a:lnTo>
                      <a:pt x="11278" y="266"/>
                    </a:lnTo>
                    <a:cubicBezTo>
                      <a:pt x="11423" y="121"/>
                      <a:pt x="11206" y="1"/>
                      <a:pt x="10796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07" name="Google Shape;783;p49"/>
              <p:cNvSpPr/>
              <p:nvPr/>
            </p:nvSpPr>
            <p:spPr>
              <a:xfrm>
                <a:off x="7456524" y="6173138"/>
                <a:ext cx="264420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0990" h="3037" extrusionOk="0">
                    <a:moveTo>
                      <a:pt x="3495" y="1"/>
                    </a:moveTo>
                    <a:cubicBezTo>
                      <a:pt x="3085" y="1"/>
                      <a:pt x="2651" y="121"/>
                      <a:pt x="2507" y="266"/>
                    </a:cubicBezTo>
                    <a:lnTo>
                      <a:pt x="121" y="2772"/>
                    </a:lnTo>
                    <a:cubicBezTo>
                      <a:pt x="1" y="2916"/>
                      <a:pt x="217" y="3037"/>
                      <a:pt x="651" y="3037"/>
                    </a:cubicBezTo>
                    <a:lnTo>
                      <a:pt x="7832" y="3037"/>
                    </a:lnTo>
                    <a:cubicBezTo>
                      <a:pt x="8242" y="3037"/>
                      <a:pt x="8676" y="2916"/>
                      <a:pt x="8796" y="2772"/>
                    </a:cubicBezTo>
                    <a:lnTo>
                      <a:pt x="10869" y="266"/>
                    </a:lnTo>
                    <a:cubicBezTo>
                      <a:pt x="10989" y="121"/>
                      <a:pt x="10772" y="1"/>
                      <a:pt x="10363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08" name="Google Shape;784;p49"/>
              <p:cNvSpPr/>
              <p:nvPr/>
            </p:nvSpPr>
            <p:spPr>
              <a:xfrm>
                <a:off x="7700613" y="6173138"/>
                <a:ext cx="255132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0604" h="3037" extrusionOk="0">
                    <a:moveTo>
                      <a:pt x="3085" y="1"/>
                    </a:moveTo>
                    <a:cubicBezTo>
                      <a:pt x="2675" y="1"/>
                      <a:pt x="2242" y="121"/>
                      <a:pt x="2121" y="266"/>
                    </a:cubicBezTo>
                    <a:lnTo>
                      <a:pt x="121" y="2772"/>
                    </a:lnTo>
                    <a:cubicBezTo>
                      <a:pt x="1" y="2916"/>
                      <a:pt x="242" y="3037"/>
                      <a:pt x="675" y="3037"/>
                    </a:cubicBezTo>
                    <a:lnTo>
                      <a:pt x="7856" y="3037"/>
                    </a:lnTo>
                    <a:cubicBezTo>
                      <a:pt x="8266" y="3037"/>
                      <a:pt x="8700" y="2916"/>
                      <a:pt x="8796" y="2772"/>
                    </a:cubicBezTo>
                    <a:lnTo>
                      <a:pt x="10507" y="290"/>
                    </a:lnTo>
                    <a:cubicBezTo>
                      <a:pt x="10604" y="121"/>
                      <a:pt x="10339" y="1"/>
                      <a:pt x="9953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09" name="Google Shape;785;p49"/>
              <p:cNvSpPr/>
              <p:nvPr/>
            </p:nvSpPr>
            <p:spPr>
              <a:xfrm>
                <a:off x="7945279" y="6173715"/>
                <a:ext cx="244715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0171" h="3037" extrusionOk="0">
                    <a:moveTo>
                      <a:pt x="2627" y="1"/>
                    </a:moveTo>
                    <a:cubicBezTo>
                      <a:pt x="2242" y="1"/>
                      <a:pt x="1832" y="97"/>
                      <a:pt x="1736" y="266"/>
                    </a:cubicBezTo>
                    <a:lnTo>
                      <a:pt x="97" y="2748"/>
                    </a:lnTo>
                    <a:cubicBezTo>
                      <a:pt x="1" y="2917"/>
                      <a:pt x="242" y="3013"/>
                      <a:pt x="676" y="3013"/>
                    </a:cubicBezTo>
                    <a:lnTo>
                      <a:pt x="7857" y="3037"/>
                    </a:lnTo>
                    <a:cubicBezTo>
                      <a:pt x="8266" y="3037"/>
                      <a:pt x="8676" y="2917"/>
                      <a:pt x="8772" y="2772"/>
                    </a:cubicBezTo>
                    <a:lnTo>
                      <a:pt x="10098" y="266"/>
                    </a:lnTo>
                    <a:cubicBezTo>
                      <a:pt x="10170" y="121"/>
                      <a:pt x="9905" y="1"/>
                      <a:pt x="9519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10" name="Google Shape;786;p49"/>
              <p:cNvSpPr/>
              <p:nvPr/>
            </p:nvSpPr>
            <p:spPr>
              <a:xfrm>
                <a:off x="8189367" y="6173715"/>
                <a:ext cx="235427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9785" h="3037" extrusionOk="0">
                    <a:moveTo>
                      <a:pt x="2218" y="1"/>
                    </a:moveTo>
                    <a:cubicBezTo>
                      <a:pt x="1832" y="1"/>
                      <a:pt x="1423" y="121"/>
                      <a:pt x="1350" y="266"/>
                    </a:cubicBezTo>
                    <a:lnTo>
                      <a:pt x="73" y="2772"/>
                    </a:lnTo>
                    <a:cubicBezTo>
                      <a:pt x="1" y="2917"/>
                      <a:pt x="290" y="3037"/>
                      <a:pt x="700" y="3037"/>
                    </a:cubicBezTo>
                    <a:lnTo>
                      <a:pt x="7881" y="3037"/>
                    </a:lnTo>
                    <a:cubicBezTo>
                      <a:pt x="8315" y="3037"/>
                      <a:pt x="8700" y="2917"/>
                      <a:pt x="8748" y="2772"/>
                    </a:cubicBezTo>
                    <a:lnTo>
                      <a:pt x="9712" y="266"/>
                    </a:lnTo>
                    <a:cubicBezTo>
                      <a:pt x="9785" y="121"/>
                      <a:pt x="9495" y="1"/>
                      <a:pt x="9086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11" name="Google Shape;787;p49"/>
              <p:cNvSpPr/>
              <p:nvPr/>
            </p:nvSpPr>
            <p:spPr>
              <a:xfrm>
                <a:off x="8434635" y="6173715"/>
                <a:ext cx="225563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9375" h="3037" extrusionOk="0">
                    <a:moveTo>
                      <a:pt x="1808" y="1"/>
                    </a:moveTo>
                    <a:cubicBezTo>
                      <a:pt x="1398" y="1"/>
                      <a:pt x="1036" y="121"/>
                      <a:pt x="964" y="266"/>
                    </a:cubicBezTo>
                    <a:lnTo>
                      <a:pt x="48" y="2772"/>
                    </a:lnTo>
                    <a:cubicBezTo>
                      <a:pt x="0" y="2917"/>
                      <a:pt x="314" y="3037"/>
                      <a:pt x="723" y="3037"/>
                    </a:cubicBezTo>
                    <a:lnTo>
                      <a:pt x="7904" y="3037"/>
                    </a:lnTo>
                    <a:cubicBezTo>
                      <a:pt x="8338" y="3037"/>
                      <a:pt x="8700" y="2917"/>
                      <a:pt x="8724" y="2772"/>
                    </a:cubicBezTo>
                    <a:lnTo>
                      <a:pt x="9350" y="266"/>
                    </a:lnTo>
                    <a:cubicBezTo>
                      <a:pt x="9374" y="121"/>
                      <a:pt x="9085" y="1"/>
                      <a:pt x="8675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12" name="Google Shape;788;p49"/>
              <p:cNvSpPr/>
              <p:nvPr/>
            </p:nvSpPr>
            <p:spPr>
              <a:xfrm>
                <a:off x="8679301" y="6173714"/>
                <a:ext cx="215697" cy="73672"/>
              </a:xfrm>
              <a:custGeom>
                <a:avLst/>
                <a:gdLst/>
                <a:ahLst/>
                <a:cxnLst/>
                <a:rect l="l" t="t" r="r" b="b"/>
                <a:pathLst>
                  <a:path w="8965" h="3062" extrusionOk="0">
                    <a:moveTo>
                      <a:pt x="1374" y="1"/>
                    </a:moveTo>
                    <a:cubicBezTo>
                      <a:pt x="964" y="1"/>
                      <a:pt x="603" y="121"/>
                      <a:pt x="579" y="290"/>
                    </a:cubicBezTo>
                    <a:lnTo>
                      <a:pt x="25" y="2772"/>
                    </a:lnTo>
                    <a:cubicBezTo>
                      <a:pt x="0" y="2917"/>
                      <a:pt x="314" y="3037"/>
                      <a:pt x="723" y="3037"/>
                    </a:cubicBezTo>
                    <a:lnTo>
                      <a:pt x="7905" y="3061"/>
                    </a:lnTo>
                    <a:cubicBezTo>
                      <a:pt x="8338" y="3061"/>
                      <a:pt x="8676" y="2941"/>
                      <a:pt x="8700" y="2796"/>
                    </a:cubicBezTo>
                    <a:lnTo>
                      <a:pt x="8941" y="290"/>
                    </a:lnTo>
                    <a:cubicBezTo>
                      <a:pt x="8965" y="145"/>
                      <a:pt x="8627" y="25"/>
                      <a:pt x="8242" y="25"/>
                    </a:cubicBezTo>
                    <a:lnTo>
                      <a:pt x="1374" y="1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13" name="Google Shape;789;p49"/>
              <p:cNvSpPr/>
              <p:nvPr/>
            </p:nvSpPr>
            <p:spPr>
              <a:xfrm>
                <a:off x="8923390" y="6174292"/>
                <a:ext cx="209323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8700" h="3038" extrusionOk="0">
                    <a:moveTo>
                      <a:pt x="940" y="1"/>
                    </a:moveTo>
                    <a:cubicBezTo>
                      <a:pt x="555" y="1"/>
                      <a:pt x="217" y="121"/>
                      <a:pt x="193" y="266"/>
                    </a:cubicBezTo>
                    <a:lnTo>
                      <a:pt x="25" y="2772"/>
                    </a:lnTo>
                    <a:cubicBezTo>
                      <a:pt x="1" y="2917"/>
                      <a:pt x="338" y="3037"/>
                      <a:pt x="772" y="3037"/>
                    </a:cubicBezTo>
                    <a:lnTo>
                      <a:pt x="7953" y="3037"/>
                    </a:lnTo>
                    <a:cubicBezTo>
                      <a:pt x="8362" y="3037"/>
                      <a:pt x="8700" y="2917"/>
                      <a:pt x="8700" y="2772"/>
                    </a:cubicBezTo>
                    <a:lnTo>
                      <a:pt x="8555" y="266"/>
                    </a:lnTo>
                    <a:cubicBezTo>
                      <a:pt x="8555" y="121"/>
                      <a:pt x="8218" y="1"/>
                      <a:pt x="7808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14" name="Google Shape;790;p49"/>
              <p:cNvSpPr/>
              <p:nvPr/>
            </p:nvSpPr>
            <p:spPr>
              <a:xfrm>
                <a:off x="9162835" y="6174292"/>
                <a:ext cx="213965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8893" h="3038" extrusionOk="0">
                    <a:moveTo>
                      <a:pt x="724" y="1"/>
                    </a:moveTo>
                    <a:cubicBezTo>
                      <a:pt x="338" y="1"/>
                      <a:pt x="1" y="121"/>
                      <a:pt x="25" y="266"/>
                    </a:cubicBezTo>
                    <a:lnTo>
                      <a:pt x="194" y="2772"/>
                    </a:lnTo>
                    <a:cubicBezTo>
                      <a:pt x="218" y="2917"/>
                      <a:pt x="555" y="3037"/>
                      <a:pt x="989" y="3037"/>
                    </a:cubicBezTo>
                    <a:lnTo>
                      <a:pt x="8170" y="3037"/>
                    </a:lnTo>
                    <a:cubicBezTo>
                      <a:pt x="8580" y="3037"/>
                      <a:pt x="8893" y="2917"/>
                      <a:pt x="8869" y="2772"/>
                    </a:cubicBezTo>
                    <a:lnTo>
                      <a:pt x="8387" y="266"/>
                    </a:lnTo>
                    <a:cubicBezTo>
                      <a:pt x="8363" y="121"/>
                      <a:pt x="8001" y="1"/>
                      <a:pt x="7592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15" name="Google Shape;791;p49"/>
              <p:cNvSpPr/>
              <p:nvPr/>
            </p:nvSpPr>
            <p:spPr>
              <a:xfrm>
                <a:off x="9397661" y="6174292"/>
                <a:ext cx="223831" cy="73672"/>
              </a:xfrm>
              <a:custGeom>
                <a:avLst/>
                <a:gdLst/>
                <a:ahLst/>
                <a:cxnLst/>
                <a:rect l="l" t="t" r="r" b="b"/>
                <a:pathLst>
                  <a:path w="9303" h="3062" extrusionOk="0">
                    <a:moveTo>
                      <a:pt x="699" y="1"/>
                    </a:moveTo>
                    <a:cubicBezTo>
                      <a:pt x="290" y="1"/>
                      <a:pt x="0" y="121"/>
                      <a:pt x="25" y="266"/>
                    </a:cubicBezTo>
                    <a:lnTo>
                      <a:pt x="579" y="2772"/>
                    </a:lnTo>
                    <a:cubicBezTo>
                      <a:pt x="603" y="2917"/>
                      <a:pt x="964" y="3037"/>
                      <a:pt x="1398" y="3037"/>
                    </a:cubicBezTo>
                    <a:lnTo>
                      <a:pt x="8579" y="3061"/>
                    </a:lnTo>
                    <a:cubicBezTo>
                      <a:pt x="8989" y="3061"/>
                      <a:pt x="9302" y="2941"/>
                      <a:pt x="9254" y="2796"/>
                    </a:cubicBezTo>
                    <a:lnTo>
                      <a:pt x="8386" y="290"/>
                    </a:lnTo>
                    <a:cubicBezTo>
                      <a:pt x="8338" y="145"/>
                      <a:pt x="7977" y="25"/>
                      <a:pt x="7567" y="25"/>
                    </a:cubicBezTo>
                    <a:lnTo>
                      <a:pt x="699" y="1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16" name="Google Shape;792;p49"/>
              <p:cNvSpPr/>
              <p:nvPr/>
            </p:nvSpPr>
            <p:spPr>
              <a:xfrm>
                <a:off x="9643482" y="6174870"/>
                <a:ext cx="234272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9737" h="3038" extrusionOk="0">
                    <a:moveTo>
                      <a:pt x="676" y="1"/>
                    </a:moveTo>
                    <a:cubicBezTo>
                      <a:pt x="290" y="1"/>
                      <a:pt x="1" y="121"/>
                      <a:pt x="49" y="266"/>
                    </a:cubicBezTo>
                    <a:lnTo>
                      <a:pt x="989" y="2772"/>
                    </a:lnTo>
                    <a:cubicBezTo>
                      <a:pt x="1037" y="2917"/>
                      <a:pt x="1423" y="3037"/>
                      <a:pt x="1832" y="3037"/>
                    </a:cubicBezTo>
                    <a:lnTo>
                      <a:pt x="9013" y="3037"/>
                    </a:lnTo>
                    <a:cubicBezTo>
                      <a:pt x="9447" y="3037"/>
                      <a:pt x="9736" y="2917"/>
                      <a:pt x="9664" y="2772"/>
                    </a:cubicBezTo>
                    <a:lnTo>
                      <a:pt x="8411" y="266"/>
                    </a:lnTo>
                    <a:cubicBezTo>
                      <a:pt x="8339" y="121"/>
                      <a:pt x="7953" y="1"/>
                      <a:pt x="7543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17" name="Google Shape;793;p49"/>
              <p:cNvSpPr/>
              <p:nvPr/>
            </p:nvSpPr>
            <p:spPr>
              <a:xfrm>
                <a:off x="9877731" y="6174870"/>
                <a:ext cx="244113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10146" h="3038" extrusionOk="0">
                    <a:moveTo>
                      <a:pt x="675" y="1"/>
                    </a:moveTo>
                    <a:cubicBezTo>
                      <a:pt x="265" y="1"/>
                      <a:pt x="0" y="121"/>
                      <a:pt x="97" y="266"/>
                    </a:cubicBezTo>
                    <a:lnTo>
                      <a:pt x="1374" y="2772"/>
                    </a:lnTo>
                    <a:cubicBezTo>
                      <a:pt x="1446" y="2917"/>
                      <a:pt x="1856" y="3037"/>
                      <a:pt x="2290" y="3037"/>
                    </a:cubicBezTo>
                    <a:lnTo>
                      <a:pt x="9471" y="3037"/>
                    </a:lnTo>
                    <a:cubicBezTo>
                      <a:pt x="9880" y="3037"/>
                      <a:pt x="10145" y="2917"/>
                      <a:pt x="10049" y="2772"/>
                    </a:cubicBezTo>
                    <a:lnTo>
                      <a:pt x="8459" y="266"/>
                    </a:lnTo>
                    <a:cubicBezTo>
                      <a:pt x="8362" y="121"/>
                      <a:pt x="7953" y="1"/>
                      <a:pt x="7543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18" name="Google Shape;794;p49"/>
              <p:cNvSpPr/>
              <p:nvPr/>
            </p:nvSpPr>
            <p:spPr>
              <a:xfrm>
                <a:off x="10112532" y="6174869"/>
                <a:ext cx="253977" cy="73672"/>
              </a:xfrm>
              <a:custGeom>
                <a:avLst/>
                <a:gdLst/>
                <a:ahLst/>
                <a:cxnLst/>
                <a:rect l="l" t="t" r="r" b="b"/>
                <a:pathLst>
                  <a:path w="10556" h="3062" extrusionOk="0">
                    <a:moveTo>
                      <a:pt x="652" y="1"/>
                    </a:moveTo>
                    <a:cubicBezTo>
                      <a:pt x="242" y="1"/>
                      <a:pt x="1" y="121"/>
                      <a:pt x="97" y="266"/>
                    </a:cubicBezTo>
                    <a:lnTo>
                      <a:pt x="1760" y="2772"/>
                    </a:lnTo>
                    <a:cubicBezTo>
                      <a:pt x="1856" y="2917"/>
                      <a:pt x="2266" y="3037"/>
                      <a:pt x="2700" y="3037"/>
                    </a:cubicBezTo>
                    <a:lnTo>
                      <a:pt x="9881" y="3061"/>
                    </a:lnTo>
                    <a:cubicBezTo>
                      <a:pt x="10291" y="3061"/>
                      <a:pt x="10556" y="2941"/>
                      <a:pt x="10435" y="2796"/>
                    </a:cubicBezTo>
                    <a:lnTo>
                      <a:pt x="8459" y="290"/>
                    </a:lnTo>
                    <a:cubicBezTo>
                      <a:pt x="8339" y="145"/>
                      <a:pt x="7929" y="25"/>
                      <a:pt x="7519" y="25"/>
                    </a:cubicBezTo>
                    <a:lnTo>
                      <a:pt x="652" y="1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19" name="Google Shape;795;p49"/>
              <p:cNvSpPr/>
              <p:nvPr/>
            </p:nvSpPr>
            <p:spPr>
              <a:xfrm>
                <a:off x="10346780" y="6175471"/>
                <a:ext cx="263817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0965" h="3037" extrusionOk="0">
                    <a:moveTo>
                      <a:pt x="651" y="0"/>
                    </a:moveTo>
                    <a:cubicBezTo>
                      <a:pt x="241" y="0"/>
                      <a:pt x="0" y="120"/>
                      <a:pt x="121" y="265"/>
                    </a:cubicBezTo>
                    <a:lnTo>
                      <a:pt x="2145" y="2771"/>
                    </a:lnTo>
                    <a:cubicBezTo>
                      <a:pt x="2266" y="2916"/>
                      <a:pt x="2723" y="3036"/>
                      <a:pt x="3133" y="3036"/>
                    </a:cubicBezTo>
                    <a:lnTo>
                      <a:pt x="10314" y="3036"/>
                    </a:lnTo>
                    <a:cubicBezTo>
                      <a:pt x="10748" y="3036"/>
                      <a:pt x="10965" y="2916"/>
                      <a:pt x="10820" y="2771"/>
                    </a:cubicBezTo>
                    <a:lnTo>
                      <a:pt x="8483" y="265"/>
                    </a:lnTo>
                    <a:cubicBezTo>
                      <a:pt x="8362" y="120"/>
                      <a:pt x="7928" y="0"/>
                      <a:pt x="7519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20" name="Google Shape;796;p49"/>
              <p:cNvSpPr/>
              <p:nvPr/>
            </p:nvSpPr>
            <p:spPr>
              <a:xfrm>
                <a:off x="10581580" y="6175471"/>
                <a:ext cx="273683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1375" h="3037" extrusionOk="0">
                    <a:moveTo>
                      <a:pt x="627" y="0"/>
                    </a:moveTo>
                    <a:cubicBezTo>
                      <a:pt x="218" y="0"/>
                      <a:pt x="1" y="120"/>
                      <a:pt x="145" y="265"/>
                    </a:cubicBezTo>
                    <a:lnTo>
                      <a:pt x="2531" y="2771"/>
                    </a:lnTo>
                    <a:cubicBezTo>
                      <a:pt x="2676" y="2916"/>
                      <a:pt x="3134" y="3036"/>
                      <a:pt x="3543" y="3036"/>
                    </a:cubicBezTo>
                    <a:lnTo>
                      <a:pt x="10724" y="3036"/>
                    </a:lnTo>
                    <a:cubicBezTo>
                      <a:pt x="11158" y="3036"/>
                      <a:pt x="11375" y="2916"/>
                      <a:pt x="11206" y="2771"/>
                    </a:cubicBezTo>
                    <a:lnTo>
                      <a:pt x="8507" y="265"/>
                    </a:lnTo>
                    <a:cubicBezTo>
                      <a:pt x="8339" y="120"/>
                      <a:pt x="7881" y="0"/>
                      <a:pt x="7495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21" name="Google Shape;797;p49"/>
              <p:cNvSpPr/>
              <p:nvPr/>
            </p:nvSpPr>
            <p:spPr>
              <a:xfrm>
                <a:off x="7120236" y="6256626"/>
                <a:ext cx="387920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3037" extrusionOk="0">
                    <a:moveTo>
                      <a:pt x="3977" y="1"/>
                    </a:moveTo>
                    <a:cubicBezTo>
                      <a:pt x="3543" y="1"/>
                      <a:pt x="3061" y="121"/>
                      <a:pt x="2917" y="266"/>
                    </a:cubicBezTo>
                    <a:lnTo>
                      <a:pt x="170" y="2748"/>
                    </a:lnTo>
                    <a:cubicBezTo>
                      <a:pt x="1" y="2916"/>
                      <a:pt x="242" y="3037"/>
                      <a:pt x="676" y="3037"/>
                    </a:cubicBezTo>
                    <a:lnTo>
                      <a:pt x="12676" y="3037"/>
                    </a:lnTo>
                    <a:cubicBezTo>
                      <a:pt x="13110" y="3037"/>
                      <a:pt x="13568" y="2916"/>
                      <a:pt x="13712" y="2772"/>
                    </a:cubicBezTo>
                    <a:lnTo>
                      <a:pt x="16002" y="266"/>
                    </a:lnTo>
                    <a:cubicBezTo>
                      <a:pt x="16122" y="121"/>
                      <a:pt x="15881" y="1"/>
                      <a:pt x="15472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22" name="Google Shape;798;p49"/>
              <p:cNvSpPr/>
              <p:nvPr/>
            </p:nvSpPr>
            <p:spPr>
              <a:xfrm>
                <a:off x="7481450" y="6256626"/>
                <a:ext cx="271373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1279" h="3037" extrusionOk="0">
                    <a:moveTo>
                      <a:pt x="3374" y="1"/>
                    </a:moveTo>
                    <a:cubicBezTo>
                      <a:pt x="2941" y="1"/>
                      <a:pt x="2483" y="121"/>
                      <a:pt x="2362" y="266"/>
                    </a:cubicBezTo>
                    <a:lnTo>
                      <a:pt x="121" y="2772"/>
                    </a:lnTo>
                    <a:cubicBezTo>
                      <a:pt x="1" y="2916"/>
                      <a:pt x="242" y="3037"/>
                      <a:pt x="700" y="3037"/>
                    </a:cubicBezTo>
                    <a:lnTo>
                      <a:pt x="8242" y="3037"/>
                    </a:lnTo>
                    <a:cubicBezTo>
                      <a:pt x="8676" y="3037"/>
                      <a:pt x="9134" y="2916"/>
                      <a:pt x="9230" y="2772"/>
                    </a:cubicBezTo>
                    <a:lnTo>
                      <a:pt x="11158" y="266"/>
                    </a:lnTo>
                    <a:cubicBezTo>
                      <a:pt x="11278" y="121"/>
                      <a:pt x="11013" y="1"/>
                      <a:pt x="10580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23" name="Google Shape;799;p49"/>
              <p:cNvSpPr/>
              <p:nvPr/>
            </p:nvSpPr>
            <p:spPr>
              <a:xfrm>
                <a:off x="7737713" y="6256625"/>
                <a:ext cx="261508" cy="73672"/>
              </a:xfrm>
              <a:custGeom>
                <a:avLst/>
                <a:gdLst/>
                <a:ahLst/>
                <a:cxnLst/>
                <a:rect l="l" t="t" r="r" b="b"/>
                <a:pathLst>
                  <a:path w="10869" h="3062" extrusionOk="0">
                    <a:moveTo>
                      <a:pt x="2941" y="1"/>
                    </a:moveTo>
                    <a:cubicBezTo>
                      <a:pt x="2531" y="1"/>
                      <a:pt x="2097" y="121"/>
                      <a:pt x="1977" y="266"/>
                    </a:cubicBezTo>
                    <a:lnTo>
                      <a:pt x="121" y="2772"/>
                    </a:lnTo>
                    <a:cubicBezTo>
                      <a:pt x="1" y="2916"/>
                      <a:pt x="290" y="3037"/>
                      <a:pt x="724" y="3037"/>
                    </a:cubicBezTo>
                    <a:lnTo>
                      <a:pt x="8266" y="3061"/>
                    </a:lnTo>
                    <a:cubicBezTo>
                      <a:pt x="8700" y="3061"/>
                      <a:pt x="9134" y="2941"/>
                      <a:pt x="9230" y="2796"/>
                    </a:cubicBezTo>
                    <a:lnTo>
                      <a:pt x="10773" y="290"/>
                    </a:lnTo>
                    <a:cubicBezTo>
                      <a:pt x="10869" y="145"/>
                      <a:pt x="10604" y="25"/>
                      <a:pt x="10170" y="25"/>
                    </a:cubicBezTo>
                    <a:lnTo>
                      <a:pt x="2941" y="1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24" name="Google Shape;800;p49"/>
              <p:cNvSpPr/>
              <p:nvPr/>
            </p:nvSpPr>
            <p:spPr>
              <a:xfrm>
                <a:off x="7994578" y="6257203"/>
                <a:ext cx="251644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10459" h="3038" extrusionOk="0">
                    <a:moveTo>
                      <a:pt x="2506" y="1"/>
                    </a:moveTo>
                    <a:cubicBezTo>
                      <a:pt x="2097" y="1"/>
                      <a:pt x="1663" y="121"/>
                      <a:pt x="1591" y="266"/>
                    </a:cubicBezTo>
                    <a:lnTo>
                      <a:pt x="97" y="2772"/>
                    </a:lnTo>
                    <a:cubicBezTo>
                      <a:pt x="0" y="2917"/>
                      <a:pt x="289" y="3037"/>
                      <a:pt x="723" y="3037"/>
                    </a:cubicBezTo>
                    <a:lnTo>
                      <a:pt x="8266" y="3037"/>
                    </a:lnTo>
                    <a:cubicBezTo>
                      <a:pt x="8699" y="3037"/>
                      <a:pt x="9133" y="2917"/>
                      <a:pt x="9205" y="2772"/>
                    </a:cubicBezTo>
                    <a:lnTo>
                      <a:pt x="10386" y="266"/>
                    </a:lnTo>
                    <a:cubicBezTo>
                      <a:pt x="10459" y="121"/>
                      <a:pt x="10169" y="1"/>
                      <a:pt x="9736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25" name="Google Shape;801;p49"/>
              <p:cNvSpPr/>
              <p:nvPr/>
            </p:nvSpPr>
            <p:spPr>
              <a:xfrm>
                <a:off x="8251995" y="6257203"/>
                <a:ext cx="241803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10050" h="3038" extrusionOk="0">
                    <a:moveTo>
                      <a:pt x="2097" y="1"/>
                    </a:moveTo>
                    <a:cubicBezTo>
                      <a:pt x="1663" y="1"/>
                      <a:pt x="1278" y="121"/>
                      <a:pt x="1205" y="266"/>
                    </a:cubicBezTo>
                    <a:lnTo>
                      <a:pt x="73" y="2772"/>
                    </a:lnTo>
                    <a:cubicBezTo>
                      <a:pt x="0" y="2917"/>
                      <a:pt x="314" y="3037"/>
                      <a:pt x="748" y="3037"/>
                    </a:cubicBezTo>
                    <a:lnTo>
                      <a:pt x="8290" y="3037"/>
                    </a:lnTo>
                    <a:cubicBezTo>
                      <a:pt x="8748" y="3037"/>
                      <a:pt x="9134" y="2917"/>
                      <a:pt x="9182" y="2772"/>
                    </a:cubicBezTo>
                    <a:lnTo>
                      <a:pt x="10001" y="266"/>
                    </a:lnTo>
                    <a:cubicBezTo>
                      <a:pt x="10049" y="121"/>
                      <a:pt x="9736" y="1"/>
                      <a:pt x="9326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26" name="Google Shape;802;p49"/>
              <p:cNvSpPr/>
              <p:nvPr/>
            </p:nvSpPr>
            <p:spPr>
              <a:xfrm>
                <a:off x="8508836" y="6257202"/>
                <a:ext cx="231939" cy="73672"/>
              </a:xfrm>
              <a:custGeom>
                <a:avLst/>
                <a:gdLst/>
                <a:ahLst/>
                <a:cxnLst/>
                <a:rect l="l" t="t" r="r" b="b"/>
                <a:pathLst>
                  <a:path w="9640" h="3062" extrusionOk="0">
                    <a:moveTo>
                      <a:pt x="1664" y="1"/>
                    </a:moveTo>
                    <a:cubicBezTo>
                      <a:pt x="1230" y="1"/>
                      <a:pt x="844" y="121"/>
                      <a:pt x="796" y="266"/>
                    </a:cubicBezTo>
                    <a:lnTo>
                      <a:pt x="49" y="2772"/>
                    </a:lnTo>
                    <a:cubicBezTo>
                      <a:pt x="1" y="2917"/>
                      <a:pt x="314" y="3037"/>
                      <a:pt x="772" y="3037"/>
                    </a:cubicBezTo>
                    <a:lnTo>
                      <a:pt x="8290" y="3061"/>
                    </a:lnTo>
                    <a:cubicBezTo>
                      <a:pt x="8748" y="3061"/>
                      <a:pt x="9134" y="2941"/>
                      <a:pt x="9158" y="2796"/>
                    </a:cubicBezTo>
                    <a:lnTo>
                      <a:pt x="9616" y="290"/>
                    </a:lnTo>
                    <a:cubicBezTo>
                      <a:pt x="9640" y="145"/>
                      <a:pt x="9302" y="25"/>
                      <a:pt x="8893" y="25"/>
                    </a:cubicBezTo>
                    <a:lnTo>
                      <a:pt x="1664" y="1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27" name="Google Shape;803;p49"/>
              <p:cNvSpPr/>
              <p:nvPr/>
            </p:nvSpPr>
            <p:spPr>
              <a:xfrm>
                <a:off x="8765100" y="6257780"/>
                <a:ext cx="222097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9231" h="3038" extrusionOk="0">
                    <a:moveTo>
                      <a:pt x="1254" y="1"/>
                    </a:moveTo>
                    <a:cubicBezTo>
                      <a:pt x="820" y="1"/>
                      <a:pt x="459" y="121"/>
                      <a:pt x="435" y="266"/>
                    </a:cubicBezTo>
                    <a:lnTo>
                      <a:pt x="25" y="2772"/>
                    </a:lnTo>
                    <a:cubicBezTo>
                      <a:pt x="1" y="2917"/>
                      <a:pt x="338" y="3037"/>
                      <a:pt x="796" y="3037"/>
                    </a:cubicBezTo>
                    <a:lnTo>
                      <a:pt x="8339" y="3037"/>
                    </a:lnTo>
                    <a:cubicBezTo>
                      <a:pt x="8772" y="3037"/>
                      <a:pt x="9134" y="2917"/>
                      <a:pt x="9134" y="2772"/>
                    </a:cubicBezTo>
                    <a:lnTo>
                      <a:pt x="9230" y="266"/>
                    </a:lnTo>
                    <a:cubicBezTo>
                      <a:pt x="9230" y="121"/>
                      <a:pt x="8893" y="1"/>
                      <a:pt x="8483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28" name="Google Shape;804;p49"/>
              <p:cNvSpPr/>
              <p:nvPr/>
            </p:nvSpPr>
            <p:spPr>
              <a:xfrm>
                <a:off x="9021964" y="6257780"/>
                <a:ext cx="219764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9134" h="3038" extrusionOk="0">
                    <a:moveTo>
                      <a:pt x="795" y="1"/>
                    </a:moveTo>
                    <a:cubicBezTo>
                      <a:pt x="386" y="1"/>
                      <a:pt x="48" y="121"/>
                      <a:pt x="24" y="266"/>
                    </a:cubicBezTo>
                    <a:lnTo>
                      <a:pt x="0" y="2772"/>
                    </a:lnTo>
                    <a:cubicBezTo>
                      <a:pt x="0" y="2917"/>
                      <a:pt x="362" y="3037"/>
                      <a:pt x="795" y="3037"/>
                    </a:cubicBezTo>
                    <a:lnTo>
                      <a:pt x="8338" y="3037"/>
                    </a:lnTo>
                    <a:cubicBezTo>
                      <a:pt x="8772" y="3037"/>
                      <a:pt x="9133" y="2917"/>
                      <a:pt x="9109" y="2772"/>
                    </a:cubicBezTo>
                    <a:lnTo>
                      <a:pt x="8820" y="266"/>
                    </a:lnTo>
                    <a:cubicBezTo>
                      <a:pt x="8820" y="121"/>
                      <a:pt x="8458" y="1"/>
                      <a:pt x="8025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29" name="Google Shape;805;p49"/>
              <p:cNvSpPr/>
              <p:nvPr/>
            </p:nvSpPr>
            <p:spPr>
              <a:xfrm>
                <a:off x="9269517" y="6257780"/>
                <a:ext cx="228473" cy="73672"/>
              </a:xfrm>
              <a:custGeom>
                <a:avLst/>
                <a:gdLst/>
                <a:ahLst/>
                <a:cxnLst/>
                <a:rect l="l" t="t" r="r" b="b"/>
                <a:pathLst>
                  <a:path w="9496" h="3062" extrusionOk="0">
                    <a:moveTo>
                      <a:pt x="748" y="1"/>
                    </a:moveTo>
                    <a:cubicBezTo>
                      <a:pt x="338" y="1"/>
                      <a:pt x="1" y="121"/>
                      <a:pt x="25" y="266"/>
                    </a:cubicBezTo>
                    <a:lnTo>
                      <a:pt x="362" y="2772"/>
                    </a:lnTo>
                    <a:cubicBezTo>
                      <a:pt x="362" y="2917"/>
                      <a:pt x="748" y="3037"/>
                      <a:pt x="1182" y="3037"/>
                    </a:cubicBezTo>
                    <a:lnTo>
                      <a:pt x="8724" y="3061"/>
                    </a:lnTo>
                    <a:cubicBezTo>
                      <a:pt x="9182" y="3061"/>
                      <a:pt x="9495" y="2941"/>
                      <a:pt x="9471" y="2796"/>
                    </a:cubicBezTo>
                    <a:lnTo>
                      <a:pt x="8821" y="290"/>
                    </a:lnTo>
                    <a:cubicBezTo>
                      <a:pt x="8772" y="145"/>
                      <a:pt x="8411" y="25"/>
                      <a:pt x="7977" y="25"/>
                    </a:cubicBezTo>
                    <a:lnTo>
                      <a:pt x="748" y="1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0" name="Google Shape;806;p49"/>
              <p:cNvSpPr/>
              <p:nvPr/>
            </p:nvSpPr>
            <p:spPr>
              <a:xfrm>
                <a:off x="9528114" y="6258358"/>
                <a:ext cx="238892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9929" h="3038" extrusionOk="0">
                    <a:moveTo>
                      <a:pt x="747" y="1"/>
                    </a:moveTo>
                    <a:cubicBezTo>
                      <a:pt x="314" y="1"/>
                      <a:pt x="0" y="121"/>
                      <a:pt x="49" y="266"/>
                    </a:cubicBezTo>
                    <a:lnTo>
                      <a:pt x="747" y="2772"/>
                    </a:lnTo>
                    <a:cubicBezTo>
                      <a:pt x="796" y="2917"/>
                      <a:pt x="1181" y="3037"/>
                      <a:pt x="1639" y="3037"/>
                    </a:cubicBezTo>
                    <a:lnTo>
                      <a:pt x="9182" y="3037"/>
                    </a:lnTo>
                    <a:cubicBezTo>
                      <a:pt x="9615" y="3037"/>
                      <a:pt x="9929" y="2917"/>
                      <a:pt x="9856" y="2772"/>
                    </a:cubicBezTo>
                    <a:lnTo>
                      <a:pt x="8844" y="266"/>
                    </a:lnTo>
                    <a:cubicBezTo>
                      <a:pt x="8772" y="121"/>
                      <a:pt x="8386" y="1"/>
                      <a:pt x="7953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1" name="Google Shape;807;p49"/>
              <p:cNvSpPr/>
              <p:nvPr/>
            </p:nvSpPr>
            <p:spPr>
              <a:xfrm>
                <a:off x="9775114" y="6258358"/>
                <a:ext cx="248155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10314" h="3038" extrusionOk="0">
                    <a:moveTo>
                      <a:pt x="699" y="1"/>
                    </a:moveTo>
                    <a:cubicBezTo>
                      <a:pt x="289" y="1"/>
                      <a:pt x="0" y="121"/>
                      <a:pt x="48" y="266"/>
                    </a:cubicBezTo>
                    <a:lnTo>
                      <a:pt x="1133" y="2772"/>
                    </a:lnTo>
                    <a:cubicBezTo>
                      <a:pt x="1205" y="2917"/>
                      <a:pt x="1615" y="3037"/>
                      <a:pt x="2048" y="3037"/>
                    </a:cubicBezTo>
                    <a:lnTo>
                      <a:pt x="9591" y="3037"/>
                    </a:lnTo>
                    <a:cubicBezTo>
                      <a:pt x="10025" y="3037"/>
                      <a:pt x="10314" y="2917"/>
                      <a:pt x="10242" y="2772"/>
                    </a:cubicBezTo>
                    <a:lnTo>
                      <a:pt x="8844" y="266"/>
                    </a:lnTo>
                    <a:cubicBezTo>
                      <a:pt x="8772" y="121"/>
                      <a:pt x="8362" y="1"/>
                      <a:pt x="7928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2" name="Google Shape;808;p49"/>
              <p:cNvSpPr/>
              <p:nvPr/>
            </p:nvSpPr>
            <p:spPr>
              <a:xfrm>
                <a:off x="10021513" y="6258357"/>
                <a:ext cx="258621" cy="73672"/>
              </a:xfrm>
              <a:custGeom>
                <a:avLst/>
                <a:gdLst/>
                <a:ahLst/>
                <a:cxnLst/>
                <a:rect l="l" t="t" r="r" b="b"/>
                <a:pathLst>
                  <a:path w="10749" h="3062" extrusionOk="0">
                    <a:moveTo>
                      <a:pt x="699" y="1"/>
                    </a:moveTo>
                    <a:cubicBezTo>
                      <a:pt x="290" y="1"/>
                      <a:pt x="1" y="121"/>
                      <a:pt x="97" y="266"/>
                    </a:cubicBezTo>
                    <a:lnTo>
                      <a:pt x="1543" y="2772"/>
                    </a:lnTo>
                    <a:cubicBezTo>
                      <a:pt x="1615" y="2941"/>
                      <a:pt x="2049" y="3037"/>
                      <a:pt x="2483" y="3037"/>
                    </a:cubicBezTo>
                    <a:lnTo>
                      <a:pt x="10025" y="3061"/>
                    </a:lnTo>
                    <a:cubicBezTo>
                      <a:pt x="10483" y="3061"/>
                      <a:pt x="10748" y="2941"/>
                      <a:pt x="10652" y="2796"/>
                    </a:cubicBezTo>
                    <a:lnTo>
                      <a:pt x="8893" y="290"/>
                    </a:lnTo>
                    <a:cubicBezTo>
                      <a:pt x="8796" y="146"/>
                      <a:pt x="8362" y="25"/>
                      <a:pt x="7929" y="25"/>
                    </a:cubicBezTo>
                    <a:lnTo>
                      <a:pt x="699" y="1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3" name="Google Shape;809;p49"/>
              <p:cNvSpPr/>
              <p:nvPr/>
            </p:nvSpPr>
            <p:spPr>
              <a:xfrm>
                <a:off x="10268513" y="6258959"/>
                <a:ext cx="267884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1134" h="3037" extrusionOk="0">
                    <a:moveTo>
                      <a:pt x="675" y="0"/>
                    </a:moveTo>
                    <a:cubicBezTo>
                      <a:pt x="265" y="0"/>
                      <a:pt x="0" y="121"/>
                      <a:pt x="97" y="265"/>
                    </a:cubicBezTo>
                    <a:lnTo>
                      <a:pt x="1904" y="2771"/>
                    </a:lnTo>
                    <a:cubicBezTo>
                      <a:pt x="2024" y="2916"/>
                      <a:pt x="2458" y="3036"/>
                      <a:pt x="2916" y="3036"/>
                    </a:cubicBezTo>
                    <a:lnTo>
                      <a:pt x="10434" y="3036"/>
                    </a:lnTo>
                    <a:cubicBezTo>
                      <a:pt x="10892" y="3036"/>
                      <a:pt x="11133" y="2916"/>
                      <a:pt x="11013" y="2771"/>
                    </a:cubicBezTo>
                    <a:lnTo>
                      <a:pt x="8892" y="265"/>
                    </a:lnTo>
                    <a:cubicBezTo>
                      <a:pt x="8772" y="121"/>
                      <a:pt x="8338" y="0"/>
                      <a:pt x="7904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4" name="Google Shape;810;p49"/>
              <p:cNvSpPr/>
              <p:nvPr/>
            </p:nvSpPr>
            <p:spPr>
              <a:xfrm>
                <a:off x="10514912" y="6258958"/>
                <a:ext cx="430241" cy="73648"/>
              </a:xfrm>
              <a:custGeom>
                <a:avLst/>
                <a:gdLst/>
                <a:ahLst/>
                <a:cxnLst/>
                <a:rect l="l" t="t" r="r" b="b"/>
                <a:pathLst>
                  <a:path w="17882" h="3061" extrusionOk="0">
                    <a:moveTo>
                      <a:pt x="675" y="0"/>
                    </a:moveTo>
                    <a:cubicBezTo>
                      <a:pt x="242" y="0"/>
                      <a:pt x="1" y="121"/>
                      <a:pt x="145" y="265"/>
                    </a:cubicBezTo>
                    <a:lnTo>
                      <a:pt x="2314" y="2771"/>
                    </a:lnTo>
                    <a:cubicBezTo>
                      <a:pt x="2435" y="2916"/>
                      <a:pt x="2892" y="3036"/>
                      <a:pt x="3350" y="3036"/>
                    </a:cubicBezTo>
                    <a:lnTo>
                      <a:pt x="17206" y="3060"/>
                    </a:lnTo>
                    <a:cubicBezTo>
                      <a:pt x="17664" y="3060"/>
                      <a:pt x="17881" y="2940"/>
                      <a:pt x="17737" y="2795"/>
                    </a:cubicBezTo>
                    <a:lnTo>
                      <a:pt x="15013" y="289"/>
                    </a:lnTo>
                    <a:cubicBezTo>
                      <a:pt x="14869" y="145"/>
                      <a:pt x="14387" y="24"/>
                      <a:pt x="13977" y="24"/>
                    </a:cubicBez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5" name="Google Shape;811;p49"/>
              <p:cNvSpPr/>
              <p:nvPr/>
            </p:nvSpPr>
            <p:spPr>
              <a:xfrm>
                <a:off x="6842537" y="6510002"/>
                <a:ext cx="434860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8074" h="3037" extrusionOk="0">
                    <a:moveTo>
                      <a:pt x="4073" y="0"/>
                    </a:moveTo>
                    <a:cubicBezTo>
                      <a:pt x="3591" y="0"/>
                      <a:pt x="3060" y="97"/>
                      <a:pt x="2892" y="265"/>
                    </a:cubicBezTo>
                    <a:lnTo>
                      <a:pt x="145" y="2747"/>
                    </a:lnTo>
                    <a:cubicBezTo>
                      <a:pt x="0" y="2892"/>
                      <a:pt x="265" y="3013"/>
                      <a:pt x="771" y="3013"/>
                    </a:cubicBezTo>
                    <a:lnTo>
                      <a:pt x="14507" y="3037"/>
                    </a:lnTo>
                    <a:cubicBezTo>
                      <a:pt x="15013" y="3037"/>
                      <a:pt x="15519" y="2916"/>
                      <a:pt x="15664" y="2772"/>
                    </a:cubicBezTo>
                    <a:lnTo>
                      <a:pt x="17929" y="265"/>
                    </a:lnTo>
                    <a:cubicBezTo>
                      <a:pt x="18073" y="121"/>
                      <a:pt x="17784" y="0"/>
                      <a:pt x="17302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6" name="Google Shape;812;p49"/>
              <p:cNvSpPr/>
              <p:nvPr/>
            </p:nvSpPr>
            <p:spPr>
              <a:xfrm>
                <a:off x="7255334" y="6510002"/>
                <a:ext cx="303252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2604" h="3037" extrusionOk="0">
                    <a:moveTo>
                      <a:pt x="3495" y="0"/>
                    </a:moveTo>
                    <a:cubicBezTo>
                      <a:pt x="3013" y="0"/>
                      <a:pt x="2507" y="121"/>
                      <a:pt x="2362" y="265"/>
                    </a:cubicBezTo>
                    <a:lnTo>
                      <a:pt x="145" y="2772"/>
                    </a:lnTo>
                    <a:cubicBezTo>
                      <a:pt x="1" y="2916"/>
                      <a:pt x="314" y="3037"/>
                      <a:pt x="820" y="3037"/>
                    </a:cubicBezTo>
                    <a:lnTo>
                      <a:pt x="9447" y="3037"/>
                    </a:lnTo>
                    <a:cubicBezTo>
                      <a:pt x="9953" y="3037"/>
                      <a:pt x="10459" y="2916"/>
                      <a:pt x="10579" y="2772"/>
                    </a:cubicBezTo>
                    <a:lnTo>
                      <a:pt x="12483" y="265"/>
                    </a:lnTo>
                    <a:cubicBezTo>
                      <a:pt x="12604" y="121"/>
                      <a:pt x="12290" y="0"/>
                      <a:pt x="11808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7" name="Google Shape;813;p49"/>
              <p:cNvSpPr/>
              <p:nvPr/>
            </p:nvSpPr>
            <p:spPr>
              <a:xfrm>
                <a:off x="7549299" y="6510001"/>
                <a:ext cx="292811" cy="73648"/>
              </a:xfrm>
              <a:custGeom>
                <a:avLst/>
                <a:gdLst/>
                <a:ahLst/>
                <a:cxnLst/>
                <a:rect l="l" t="t" r="r" b="b"/>
                <a:pathLst>
                  <a:path w="12170" h="3061" extrusionOk="0">
                    <a:moveTo>
                      <a:pt x="3061" y="0"/>
                    </a:moveTo>
                    <a:cubicBezTo>
                      <a:pt x="2554" y="0"/>
                      <a:pt x="2073" y="121"/>
                      <a:pt x="1976" y="265"/>
                    </a:cubicBezTo>
                    <a:lnTo>
                      <a:pt x="97" y="2772"/>
                    </a:lnTo>
                    <a:cubicBezTo>
                      <a:pt x="0" y="2916"/>
                      <a:pt x="313" y="3037"/>
                      <a:pt x="819" y="3037"/>
                    </a:cubicBezTo>
                    <a:lnTo>
                      <a:pt x="9446" y="3061"/>
                    </a:lnTo>
                    <a:cubicBezTo>
                      <a:pt x="9952" y="3061"/>
                      <a:pt x="10434" y="2940"/>
                      <a:pt x="10531" y="2796"/>
                    </a:cubicBezTo>
                    <a:lnTo>
                      <a:pt x="12073" y="290"/>
                    </a:lnTo>
                    <a:cubicBezTo>
                      <a:pt x="12169" y="145"/>
                      <a:pt x="11856" y="24"/>
                      <a:pt x="11350" y="24"/>
                    </a:cubicBezTo>
                    <a:lnTo>
                      <a:pt x="3061" y="0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8" name="Google Shape;814;p49"/>
              <p:cNvSpPr/>
              <p:nvPr/>
            </p:nvSpPr>
            <p:spPr>
              <a:xfrm>
                <a:off x="7842664" y="6510579"/>
                <a:ext cx="282969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1761" h="3037" extrusionOk="0">
                    <a:moveTo>
                      <a:pt x="2627" y="0"/>
                    </a:moveTo>
                    <a:cubicBezTo>
                      <a:pt x="2145" y="0"/>
                      <a:pt x="1687" y="121"/>
                      <a:pt x="1591" y="266"/>
                    </a:cubicBezTo>
                    <a:lnTo>
                      <a:pt x="97" y="2772"/>
                    </a:lnTo>
                    <a:cubicBezTo>
                      <a:pt x="1" y="2916"/>
                      <a:pt x="338" y="3037"/>
                      <a:pt x="844" y="3037"/>
                    </a:cubicBezTo>
                    <a:lnTo>
                      <a:pt x="9471" y="3037"/>
                    </a:lnTo>
                    <a:cubicBezTo>
                      <a:pt x="9977" y="3037"/>
                      <a:pt x="10435" y="2916"/>
                      <a:pt x="10507" y="2772"/>
                    </a:cubicBezTo>
                    <a:lnTo>
                      <a:pt x="11712" y="266"/>
                    </a:lnTo>
                    <a:cubicBezTo>
                      <a:pt x="11760" y="121"/>
                      <a:pt x="11423" y="0"/>
                      <a:pt x="10941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9" name="Google Shape;815;p49"/>
              <p:cNvSpPr/>
              <p:nvPr/>
            </p:nvSpPr>
            <p:spPr>
              <a:xfrm>
                <a:off x="8142426" y="6510579"/>
                <a:ext cx="1590944" cy="74225"/>
              </a:xfrm>
              <a:custGeom>
                <a:avLst/>
                <a:gdLst/>
                <a:ahLst/>
                <a:cxnLst/>
                <a:rect l="l" t="t" r="r" b="b"/>
                <a:pathLst>
                  <a:path w="66124" h="3085" extrusionOk="0">
                    <a:moveTo>
                      <a:pt x="2193" y="0"/>
                    </a:moveTo>
                    <a:cubicBezTo>
                      <a:pt x="1711" y="0"/>
                      <a:pt x="1253" y="121"/>
                      <a:pt x="1181" y="266"/>
                    </a:cubicBezTo>
                    <a:lnTo>
                      <a:pt x="72" y="2772"/>
                    </a:lnTo>
                    <a:cubicBezTo>
                      <a:pt x="0" y="2916"/>
                      <a:pt x="362" y="3037"/>
                      <a:pt x="868" y="3037"/>
                    </a:cubicBezTo>
                    <a:lnTo>
                      <a:pt x="65256" y="3085"/>
                    </a:lnTo>
                    <a:cubicBezTo>
                      <a:pt x="65763" y="3085"/>
                      <a:pt x="66124" y="2964"/>
                      <a:pt x="66076" y="2820"/>
                    </a:cubicBezTo>
                    <a:lnTo>
                      <a:pt x="65232" y="314"/>
                    </a:lnTo>
                    <a:cubicBezTo>
                      <a:pt x="65160" y="169"/>
                      <a:pt x="64726" y="49"/>
                      <a:pt x="64244" y="49"/>
                    </a:cubicBezTo>
                    <a:lnTo>
                      <a:pt x="2193" y="0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40" name="Google Shape;816;p49"/>
              <p:cNvSpPr/>
              <p:nvPr/>
            </p:nvSpPr>
            <p:spPr>
              <a:xfrm>
                <a:off x="9751921" y="6511733"/>
                <a:ext cx="275415" cy="73672"/>
              </a:xfrm>
              <a:custGeom>
                <a:avLst/>
                <a:gdLst/>
                <a:ahLst/>
                <a:cxnLst/>
                <a:rect l="l" t="t" r="r" b="b"/>
                <a:pathLst>
                  <a:path w="11447" h="3062" extrusionOk="0">
                    <a:moveTo>
                      <a:pt x="844" y="1"/>
                    </a:moveTo>
                    <a:cubicBezTo>
                      <a:pt x="338" y="1"/>
                      <a:pt x="0" y="121"/>
                      <a:pt x="48" y="266"/>
                    </a:cubicBezTo>
                    <a:lnTo>
                      <a:pt x="940" y="2772"/>
                    </a:lnTo>
                    <a:cubicBezTo>
                      <a:pt x="1012" y="2916"/>
                      <a:pt x="1470" y="3037"/>
                      <a:pt x="1976" y="3037"/>
                    </a:cubicBezTo>
                    <a:lnTo>
                      <a:pt x="10579" y="3061"/>
                    </a:lnTo>
                    <a:cubicBezTo>
                      <a:pt x="11085" y="3061"/>
                      <a:pt x="11447" y="2941"/>
                      <a:pt x="11374" y="2796"/>
                    </a:cubicBezTo>
                    <a:lnTo>
                      <a:pt x="10145" y="290"/>
                    </a:lnTo>
                    <a:cubicBezTo>
                      <a:pt x="10097" y="145"/>
                      <a:pt x="9639" y="25"/>
                      <a:pt x="9133" y="25"/>
                    </a:cubicBezTo>
                    <a:lnTo>
                      <a:pt x="844" y="1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41" name="Google Shape;817;p49"/>
              <p:cNvSpPr/>
              <p:nvPr/>
            </p:nvSpPr>
            <p:spPr>
              <a:xfrm>
                <a:off x="10035419" y="6512311"/>
                <a:ext cx="285280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11857" h="3038" extrusionOk="0">
                    <a:moveTo>
                      <a:pt x="820" y="1"/>
                    </a:moveTo>
                    <a:cubicBezTo>
                      <a:pt x="338" y="1"/>
                      <a:pt x="1" y="121"/>
                      <a:pt x="73" y="266"/>
                    </a:cubicBezTo>
                    <a:lnTo>
                      <a:pt x="1350" y="2772"/>
                    </a:lnTo>
                    <a:cubicBezTo>
                      <a:pt x="1423" y="2917"/>
                      <a:pt x="1905" y="3037"/>
                      <a:pt x="2411" y="3037"/>
                    </a:cubicBezTo>
                    <a:lnTo>
                      <a:pt x="11038" y="3037"/>
                    </a:lnTo>
                    <a:cubicBezTo>
                      <a:pt x="11544" y="3037"/>
                      <a:pt x="11857" y="2917"/>
                      <a:pt x="11785" y="2772"/>
                    </a:cubicBezTo>
                    <a:lnTo>
                      <a:pt x="10194" y="266"/>
                    </a:lnTo>
                    <a:cubicBezTo>
                      <a:pt x="10098" y="121"/>
                      <a:pt x="9616" y="1"/>
                      <a:pt x="9134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42" name="Google Shape;818;p49"/>
              <p:cNvSpPr/>
              <p:nvPr/>
            </p:nvSpPr>
            <p:spPr>
              <a:xfrm>
                <a:off x="10318943" y="6512310"/>
                <a:ext cx="295721" cy="73672"/>
              </a:xfrm>
              <a:custGeom>
                <a:avLst/>
                <a:gdLst/>
                <a:ahLst/>
                <a:cxnLst/>
                <a:rect l="l" t="t" r="r" b="b"/>
                <a:pathLst>
                  <a:path w="12291" h="3062" extrusionOk="0">
                    <a:moveTo>
                      <a:pt x="820" y="1"/>
                    </a:moveTo>
                    <a:cubicBezTo>
                      <a:pt x="338" y="1"/>
                      <a:pt x="1" y="121"/>
                      <a:pt x="97" y="266"/>
                    </a:cubicBezTo>
                    <a:lnTo>
                      <a:pt x="1736" y="2772"/>
                    </a:lnTo>
                    <a:cubicBezTo>
                      <a:pt x="1832" y="2917"/>
                      <a:pt x="2338" y="3037"/>
                      <a:pt x="2844" y="3037"/>
                    </a:cubicBezTo>
                    <a:lnTo>
                      <a:pt x="11471" y="3061"/>
                    </a:lnTo>
                    <a:cubicBezTo>
                      <a:pt x="11977" y="3061"/>
                      <a:pt x="12290" y="2941"/>
                      <a:pt x="12170" y="2772"/>
                    </a:cubicBezTo>
                    <a:lnTo>
                      <a:pt x="10218" y="290"/>
                    </a:lnTo>
                    <a:cubicBezTo>
                      <a:pt x="10098" y="121"/>
                      <a:pt x="9616" y="1"/>
                      <a:pt x="9134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43" name="Google Shape;819;p49"/>
              <p:cNvSpPr/>
              <p:nvPr/>
            </p:nvSpPr>
            <p:spPr>
              <a:xfrm>
                <a:off x="10603042" y="6512888"/>
                <a:ext cx="304984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12676" h="3038" extrusionOk="0">
                    <a:moveTo>
                      <a:pt x="796" y="1"/>
                    </a:moveTo>
                    <a:cubicBezTo>
                      <a:pt x="290" y="1"/>
                      <a:pt x="0" y="97"/>
                      <a:pt x="121" y="266"/>
                    </a:cubicBezTo>
                    <a:lnTo>
                      <a:pt x="2121" y="2772"/>
                    </a:lnTo>
                    <a:cubicBezTo>
                      <a:pt x="2242" y="2917"/>
                      <a:pt x="2748" y="3037"/>
                      <a:pt x="3254" y="3037"/>
                    </a:cubicBezTo>
                    <a:lnTo>
                      <a:pt x="11881" y="3037"/>
                    </a:lnTo>
                    <a:cubicBezTo>
                      <a:pt x="12387" y="3037"/>
                      <a:pt x="12676" y="2917"/>
                      <a:pt x="12531" y="2772"/>
                    </a:cubicBezTo>
                    <a:lnTo>
                      <a:pt x="10218" y="266"/>
                    </a:lnTo>
                    <a:cubicBezTo>
                      <a:pt x="10097" y="121"/>
                      <a:pt x="9591" y="1"/>
                      <a:pt x="9085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44" name="Google Shape;820;p49"/>
              <p:cNvSpPr/>
              <p:nvPr/>
            </p:nvSpPr>
            <p:spPr>
              <a:xfrm>
                <a:off x="10887721" y="6512888"/>
                <a:ext cx="314849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13086" h="3038" extrusionOk="0">
                    <a:moveTo>
                      <a:pt x="772" y="1"/>
                    </a:moveTo>
                    <a:cubicBezTo>
                      <a:pt x="266" y="1"/>
                      <a:pt x="0" y="121"/>
                      <a:pt x="121" y="266"/>
                    </a:cubicBezTo>
                    <a:lnTo>
                      <a:pt x="2507" y="2772"/>
                    </a:lnTo>
                    <a:cubicBezTo>
                      <a:pt x="2627" y="2917"/>
                      <a:pt x="3157" y="3037"/>
                      <a:pt x="3663" y="3037"/>
                    </a:cubicBezTo>
                    <a:lnTo>
                      <a:pt x="12290" y="3037"/>
                    </a:lnTo>
                    <a:cubicBezTo>
                      <a:pt x="12796" y="3037"/>
                      <a:pt x="13085" y="2917"/>
                      <a:pt x="12917" y="2772"/>
                    </a:cubicBezTo>
                    <a:lnTo>
                      <a:pt x="10242" y="266"/>
                    </a:lnTo>
                    <a:cubicBezTo>
                      <a:pt x="10073" y="121"/>
                      <a:pt x="9567" y="1"/>
                      <a:pt x="9061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45" name="Google Shape;821;p49"/>
              <p:cNvSpPr/>
              <p:nvPr/>
            </p:nvSpPr>
            <p:spPr>
              <a:xfrm>
                <a:off x="7028641" y="6340114"/>
                <a:ext cx="549073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22821" h="3038" extrusionOk="0">
                    <a:moveTo>
                      <a:pt x="4001" y="1"/>
                    </a:moveTo>
                    <a:cubicBezTo>
                      <a:pt x="3567" y="1"/>
                      <a:pt x="3061" y="121"/>
                      <a:pt x="2916" y="266"/>
                    </a:cubicBezTo>
                    <a:lnTo>
                      <a:pt x="169" y="2748"/>
                    </a:lnTo>
                    <a:cubicBezTo>
                      <a:pt x="0" y="2917"/>
                      <a:pt x="241" y="3037"/>
                      <a:pt x="723" y="3037"/>
                    </a:cubicBezTo>
                    <a:lnTo>
                      <a:pt x="19568" y="3037"/>
                    </a:lnTo>
                    <a:cubicBezTo>
                      <a:pt x="20026" y="3037"/>
                      <a:pt x="20508" y="2917"/>
                      <a:pt x="20628" y="2772"/>
                    </a:cubicBezTo>
                    <a:lnTo>
                      <a:pt x="22700" y="266"/>
                    </a:lnTo>
                    <a:cubicBezTo>
                      <a:pt x="22821" y="121"/>
                      <a:pt x="22556" y="1"/>
                      <a:pt x="22122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46" name="Google Shape;822;p49"/>
              <p:cNvSpPr/>
              <p:nvPr/>
            </p:nvSpPr>
            <p:spPr>
              <a:xfrm>
                <a:off x="7562628" y="6340113"/>
                <a:ext cx="275992" cy="73672"/>
              </a:xfrm>
              <a:custGeom>
                <a:avLst/>
                <a:gdLst/>
                <a:ahLst/>
                <a:cxnLst/>
                <a:rect l="l" t="t" r="r" b="b"/>
                <a:pathLst>
                  <a:path w="11471" h="3062" extrusionOk="0">
                    <a:moveTo>
                      <a:pt x="3157" y="1"/>
                    </a:moveTo>
                    <a:cubicBezTo>
                      <a:pt x="2723" y="1"/>
                      <a:pt x="2266" y="121"/>
                      <a:pt x="2145" y="266"/>
                    </a:cubicBezTo>
                    <a:lnTo>
                      <a:pt x="121" y="2772"/>
                    </a:lnTo>
                    <a:cubicBezTo>
                      <a:pt x="0" y="2917"/>
                      <a:pt x="290" y="3037"/>
                      <a:pt x="747" y="3037"/>
                    </a:cubicBezTo>
                    <a:lnTo>
                      <a:pt x="8651" y="3061"/>
                    </a:lnTo>
                    <a:cubicBezTo>
                      <a:pt x="9109" y="3061"/>
                      <a:pt x="9567" y="2941"/>
                      <a:pt x="9664" y="2772"/>
                    </a:cubicBezTo>
                    <a:lnTo>
                      <a:pt x="11374" y="290"/>
                    </a:lnTo>
                    <a:cubicBezTo>
                      <a:pt x="11471" y="145"/>
                      <a:pt x="11206" y="25"/>
                      <a:pt x="10748" y="25"/>
                    </a:cubicBezTo>
                    <a:lnTo>
                      <a:pt x="3157" y="1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47" name="Google Shape;823;p49"/>
              <p:cNvSpPr/>
              <p:nvPr/>
            </p:nvSpPr>
            <p:spPr>
              <a:xfrm>
                <a:off x="7831643" y="6340691"/>
                <a:ext cx="266152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11062" h="3038" extrusionOk="0">
                    <a:moveTo>
                      <a:pt x="2724" y="1"/>
                    </a:moveTo>
                    <a:cubicBezTo>
                      <a:pt x="2290" y="1"/>
                      <a:pt x="1856" y="121"/>
                      <a:pt x="1760" y="266"/>
                    </a:cubicBezTo>
                    <a:lnTo>
                      <a:pt x="97" y="2772"/>
                    </a:lnTo>
                    <a:cubicBezTo>
                      <a:pt x="1" y="2917"/>
                      <a:pt x="290" y="3037"/>
                      <a:pt x="772" y="3037"/>
                    </a:cubicBezTo>
                    <a:lnTo>
                      <a:pt x="8652" y="3037"/>
                    </a:lnTo>
                    <a:cubicBezTo>
                      <a:pt x="9134" y="3037"/>
                      <a:pt x="9567" y="2917"/>
                      <a:pt x="9640" y="2772"/>
                    </a:cubicBezTo>
                    <a:lnTo>
                      <a:pt x="10989" y="266"/>
                    </a:lnTo>
                    <a:cubicBezTo>
                      <a:pt x="11062" y="121"/>
                      <a:pt x="10772" y="1"/>
                      <a:pt x="10314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48" name="Google Shape;824;p49"/>
              <p:cNvSpPr/>
              <p:nvPr/>
            </p:nvSpPr>
            <p:spPr>
              <a:xfrm>
                <a:off x="8101837" y="6340691"/>
                <a:ext cx="255709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10628" h="3038" extrusionOk="0">
                    <a:moveTo>
                      <a:pt x="2289" y="1"/>
                    </a:moveTo>
                    <a:cubicBezTo>
                      <a:pt x="1856" y="1"/>
                      <a:pt x="1422" y="121"/>
                      <a:pt x="1350" y="266"/>
                    </a:cubicBezTo>
                    <a:lnTo>
                      <a:pt x="72" y="2772"/>
                    </a:lnTo>
                    <a:cubicBezTo>
                      <a:pt x="0" y="2917"/>
                      <a:pt x="313" y="3037"/>
                      <a:pt x="771" y="3037"/>
                    </a:cubicBezTo>
                    <a:lnTo>
                      <a:pt x="8651" y="3037"/>
                    </a:lnTo>
                    <a:cubicBezTo>
                      <a:pt x="9133" y="3037"/>
                      <a:pt x="9543" y="2917"/>
                      <a:pt x="9615" y="2772"/>
                    </a:cubicBezTo>
                    <a:lnTo>
                      <a:pt x="10579" y="266"/>
                    </a:lnTo>
                    <a:cubicBezTo>
                      <a:pt x="10627" y="121"/>
                      <a:pt x="10314" y="1"/>
                      <a:pt x="9880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49" name="Google Shape;825;p49"/>
              <p:cNvSpPr/>
              <p:nvPr/>
            </p:nvSpPr>
            <p:spPr>
              <a:xfrm>
                <a:off x="8370274" y="6340690"/>
                <a:ext cx="246423" cy="73672"/>
              </a:xfrm>
              <a:custGeom>
                <a:avLst/>
                <a:gdLst/>
                <a:ahLst/>
                <a:cxnLst/>
                <a:rect l="l" t="t" r="r" b="b"/>
                <a:pathLst>
                  <a:path w="10242" h="3062" extrusionOk="0">
                    <a:moveTo>
                      <a:pt x="1880" y="1"/>
                    </a:moveTo>
                    <a:cubicBezTo>
                      <a:pt x="1446" y="1"/>
                      <a:pt x="1037" y="121"/>
                      <a:pt x="964" y="266"/>
                    </a:cubicBezTo>
                    <a:lnTo>
                      <a:pt x="49" y="2772"/>
                    </a:lnTo>
                    <a:cubicBezTo>
                      <a:pt x="0" y="2917"/>
                      <a:pt x="338" y="3037"/>
                      <a:pt x="796" y="3037"/>
                    </a:cubicBezTo>
                    <a:lnTo>
                      <a:pt x="8700" y="3061"/>
                    </a:lnTo>
                    <a:cubicBezTo>
                      <a:pt x="9158" y="3061"/>
                      <a:pt x="9567" y="2941"/>
                      <a:pt x="9591" y="2796"/>
                    </a:cubicBezTo>
                    <a:lnTo>
                      <a:pt x="10218" y="290"/>
                    </a:lnTo>
                    <a:cubicBezTo>
                      <a:pt x="10242" y="145"/>
                      <a:pt x="9905" y="25"/>
                      <a:pt x="9471" y="25"/>
                    </a:cubicBezTo>
                    <a:lnTo>
                      <a:pt x="1880" y="1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0" name="Google Shape;826;p49"/>
              <p:cNvSpPr/>
              <p:nvPr/>
            </p:nvSpPr>
            <p:spPr>
              <a:xfrm>
                <a:off x="8639290" y="6341268"/>
                <a:ext cx="236581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9833" h="3038" extrusionOk="0">
                    <a:moveTo>
                      <a:pt x="1447" y="1"/>
                    </a:moveTo>
                    <a:cubicBezTo>
                      <a:pt x="989" y="1"/>
                      <a:pt x="603" y="121"/>
                      <a:pt x="579" y="266"/>
                    </a:cubicBezTo>
                    <a:lnTo>
                      <a:pt x="25" y="2772"/>
                    </a:lnTo>
                    <a:cubicBezTo>
                      <a:pt x="1" y="2917"/>
                      <a:pt x="338" y="3037"/>
                      <a:pt x="796" y="3037"/>
                    </a:cubicBezTo>
                    <a:lnTo>
                      <a:pt x="8700" y="3037"/>
                    </a:lnTo>
                    <a:cubicBezTo>
                      <a:pt x="9158" y="3037"/>
                      <a:pt x="9543" y="2917"/>
                      <a:pt x="9568" y="2772"/>
                    </a:cubicBezTo>
                    <a:lnTo>
                      <a:pt x="9808" y="266"/>
                    </a:lnTo>
                    <a:cubicBezTo>
                      <a:pt x="9833" y="121"/>
                      <a:pt x="9471" y="1"/>
                      <a:pt x="9037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1" name="Google Shape;827;p49"/>
              <p:cNvSpPr/>
              <p:nvPr/>
            </p:nvSpPr>
            <p:spPr>
              <a:xfrm>
                <a:off x="8907728" y="6341268"/>
                <a:ext cx="230207" cy="73095"/>
              </a:xfrm>
              <a:custGeom>
                <a:avLst/>
                <a:gdLst/>
                <a:ahLst/>
                <a:cxnLst/>
                <a:rect l="l" t="t" r="r" b="b"/>
                <a:pathLst>
                  <a:path w="9568" h="3038" extrusionOk="0">
                    <a:moveTo>
                      <a:pt x="1037" y="1"/>
                    </a:moveTo>
                    <a:cubicBezTo>
                      <a:pt x="579" y="1"/>
                      <a:pt x="218" y="121"/>
                      <a:pt x="194" y="266"/>
                    </a:cubicBezTo>
                    <a:lnTo>
                      <a:pt x="25" y="2772"/>
                    </a:lnTo>
                    <a:cubicBezTo>
                      <a:pt x="1" y="2917"/>
                      <a:pt x="362" y="3037"/>
                      <a:pt x="844" y="3037"/>
                    </a:cubicBezTo>
                    <a:lnTo>
                      <a:pt x="8724" y="3037"/>
                    </a:lnTo>
                    <a:cubicBezTo>
                      <a:pt x="9206" y="3037"/>
                      <a:pt x="9568" y="2917"/>
                      <a:pt x="9568" y="2772"/>
                    </a:cubicBezTo>
                    <a:lnTo>
                      <a:pt x="9447" y="266"/>
                    </a:lnTo>
                    <a:cubicBezTo>
                      <a:pt x="9423" y="121"/>
                      <a:pt x="9062" y="1"/>
                      <a:pt x="8628" y="1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2" name="Google Shape;828;p49"/>
              <p:cNvSpPr/>
              <p:nvPr/>
            </p:nvSpPr>
            <p:spPr>
              <a:xfrm>
                <a:off x="9172123" y="6341268"/>
                <a:ext cx="234849" cy="73672"/>
              </a:xfrm>
              <a:custGeom>
                <a:avLst/>
                <a:gdLst/>
                <a:ahLst/>
                <a:cxnLst/>
                <a:rect l="l" t="t" r="r" b="b"/>
                <a:pathLst>
                  <a:path w="9761" h="3062" extrusionOk="0">
                    <a:moveTo>
                      <a:pt x="796" y="1"/>
                    </a:moveTo>
                    <a:cubicBezTo>
                      <a:pt x="338" y="1"/>
                      <a:pt x="0" y="121"/>
                      <a:pt x="0" y="266"/>
                    </a:cubicBezTo>
                    <a:lnTo>
                      <a:pt x="169" y="2772"/>
                    </a:lnTo>
                    <a:cubicBezTo>
                      <a:pt x="193" y="2917"/>
                      <a:pt x="579" y="3037"/>
                      <a:pt x="1037" y="3037"/>
                    </a:cubicBezTo>
                    <a:lnTo>
                      <a:pt x="8941" y="3061"/>
                    </a:lnTo>
                    <a:cubicBezTo>
                      <a:pt x="9399" y="3061"/>
                      <a:pt x="9760" y="2941"/>
                      <a:pt x="9712" y="2796"/>
                    </a:cubicBezTo>
                    <a:lnTo>
                      <a:pt x="9230" y="290"/>
                    </a:lnTo>
                    <a:cubicBezTo>
                      <a:pt x="9206" y="146"/>
                      <a:pt x="8820" y="25"/>
                      <a:pt x="8362" y="25"/>
                    </a:cubicBezTo>
                    <a:lnTo>
                      <a:pt x="796" y="1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3" name="Google Shape;829;p49"/>
              <p:cNvSpPr/>
              <p:nvPr/>
            </p:nvSpPr>
            <p:spPr>
              <a:xfrm>
                <a:off x="9430719" y="6341870"/>
                <a:ext cx="244691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0170" h="3037" extrusionOk="0">
                    <a:moveTo>
                      <a:pt x="795" y="0"/>
                    </a:moveTo>
                    <a:cubicBezTo>
                      <a:pt x="337" y="0"/>
                      <a:pt x="0" y="121"/>
                      <a:pt x="24" y="265"/>
                    </a:cubicBezTo>
                    <a:lnTo>
                      <a:pt x="578" y="2771"/>
                    </a:lnTo>
                    <a:cubicBezTo>
                      <a:pt x="602" y="2916"/>
                      <a:pt x="1012" y="3036"/>
                      <a:pt x="1470" y="3036"/>
                    </a:cubicBezTo>
                    <a:lnTo>
                      <a:pt x="9374" y="3036"/>
                    </a:lnTo>
                    <a:cubicBezTo>
                      <a:pt x="9832" y="3036"/>
                      <a:pt x="10169" y="2916"/>
                      <a:pt x="10121" y="2771"/>
                    </a:cubicBezTo>
                    <a:lnTo>
                      <a:pt x="9278" y="265"/>
                    </a:lnTo>
                    <a:cubicBezTo>
                      <a:pt x="9205" y="121"/>
                      <a:pt x="8820" y="0"/>
                      <a:pt x="8362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4" name="Google Shape;830;p49"/>
              <p:cNvSpPr/>
              <p:nvPr/>
            </p:nvSpPr>
            <p:spPr>
              <a:xfrm>
                <a:off x="9689870" y="6341870"/>
                <a:ext cx="254555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0580" h="3037" extrusionOk="0">
                    <a:moveTo>
                      <a:pt x="748" y="0"/>
                    </a:moveTo>
                    <a:cubicBezTo>
                      <a:pt x="314" y="0"/>
                      <a:pt x="1" y="121"/>
                      <a:pt x="49" y="265"/>
                    </a:cubicBezTo>
                    <a:lnTo>
                      <a:pt x="965" y="2771"/>
                    </a:lnTo>
                    <a:cubicBezTo>
                      <a:pt x="1013" y="2916"/>
                      <a:pt x="1422" y="3036"/>
                      <a:pt x="1880" y="3036"/>
                    </a:cubicBezTo>
                    <a:lnTo>
                      <a:pt x="9784" y="3036"/>
                    </a:lnTo>
                    <a:cubicBezTo>
                      <a:pt x="10242" y="3036"/>
                      <a:pt x="10580" y="2940"/>
                      <a:pt x="10507" y="2771"/>
                    </a:cubicBezTo>
                    <a:lnTo>
                      <a:pt x="9278" y="265"/>
                    </a:lnTo>
                    <a:cubicBezTo>
                      <a:pt x="9206" y="121"/>
                      <a:pt x="8796" y="0"/>
                      <a:pt x="8338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5" name="Google Shape;831;p49"/>
              <p:cNvSpPr/>
              <p:nvPr/>
            </p:nvSpPr>
            <p:spPr>
              <a:xfrm>
                <a:off x="9948610" y="6342375"/>
                <a:ext cx="264251" cy="73143"/>
              </a:xfrm>
              <a:custGeom>
                <a:avLst/>
                <a:gdLst/>
                <a:ahLst/>
                <a:cxnLst/>
                <a:rect l="l" t="t" r="r" b="b"/>
                <a:pathLst>
                  <a:path w="10983" h="3040" extrusionOk="0">
                    <a:moveTo>
                      <a:pt x="632" y="0"/>
                    </a:moveTo>
                    <a:cubicBezTo>
                      <a:pt x="257" y="0"/>
                      <a:pt x="0" y="114"/>
                      <a:pt x="67" y="268"/>
                    </a:cubicBezTo>
                    <a:lnTo>
                      <a:pt x="1344" y="2750"/>
                    </a:lnTo>
                    <a:cubicBezTo>
                      <a:pt x="1416" y="2919"/>
                      <a:pt x="1874" y="3039"/>
                      <a:pt x="2332" y="3039"/>
                    </a:cubicBezTo>
                    <a:lnTo>
                      <a:pt x="10212" y="3039"/>
                    </a:lnTo>
                    <a:cubicBezTo>
                      <a:pt x="10694" y="3039"/>
                      <a:pt x="10983" y="2919"/>
                      <a:pt x="10886" y="2774"/>
                    </a:cubicBezTo>
                    <a:lnTo>
                      <a:pt x="9320" y="268"/>
                    </a:lnTo>
                    <a:cubicBezTo>
                      <a:pt x="9224" y="124"/>
                      <a:pt x="8790" y="3"/>
                      <a:pt x="8332" y="3"/>
                    </a:cubicBezTo>
                    <a:lnTo>
                      <a:pt x="741" y="3"/>
                    </a:lnTo>
                    <a:cubicBezTo>
                      <a:pt x="704" y="1"/>
                      <a:pt x="668" y="0"/>
                      <a:pt x="632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6" name="Google Shape;832;p49"/>
              <p:cNvSpPr/>
              <p:nvPr/>
            </p:nvSpPr>
            <p:spPr>
              <a:xfrm>
                <a:off x="10207617" y="6342447"/>
                <a:ext cx="274284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1400" h="3037" extrusionOk="0">
                    <a:moveTo>
                      <a:pt x="724" y="0"/>
                    </a:moveTo>
                    <a:cubicBezTo>
                      <a:pt x="290" y="0"/>
                      <a:pt x="1" y="121"/>
                      <a:pt x="97" y="265"/>
                    </a:cubicBezTo>
                    <a:lnTo>
                      <a:pt x="1736" y="2771"/>
                    </a:lnTo>
                    <a:cubicBezTo>
                      <a:pt x="1832" y="2916"/>
                      <a:pt x="2290" y="3036"/>
                      <a:pt x="2748" y="3036"/>
                    </a:cubicBezTo>
                    <a:lnTo>
                      <a:pt x="10652" y="3036"/>
                    </a:lnTo>
                    <a:cubicBezTo>
                      <a:pt x="11110" y="3036"/>
                      <a:pt x="11399" y="2916"/>
                      <a:pt x="11279" y="2771"/>
                    </a:cubicBezTo>
                    <a:lnTo>
                      <a:pt x="9327" y="265"/>
                    </a:lnTo>
                    <a:cubicBezTo>
                      <a:pt x="9206" y="121"/>
                      <a:pt x="8772" y="0"/>
                      <a:pt x="8315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7" name="Google Shape;833;p49"/>
              <p:cNvSpPr/>
              <p:nvPr/>
            </p:nvSpPr>
            <p:spPr>
              <a:xfrm>
                <a:off x="10466791" y="6342446"/>
                <a:ext cx="283547" cy="73648"/>
              </a:xfrm>
              <a:custGeom>
                <a:avLst/>
                <a:gdLst/>
                <a:ahLst/>
                <a:cxnLst/>
                <a:rect l="l" t="t" r="r" b="b"/>
                <a:pathLst>
                  <a:path w="11785" h="3061" extrusionOk="0">
                    <a:moveTo>
                      <a:pt x="699" y="0"/>
                    </a:moveTo>
                    <a:cubicBezTo>
                      <a:pt x="266" y="0"/>
                      <a:pt x="1" y="121"/>
                      <a:pt x="121" y="265"/>
                    </a:cubicBezTo>
                    <a:lnTo>
                      <a:pt x="2121" y="2771"/>
                    </a:lnTo>
                    <a:cubicBezTo>
                      <a:pt x="2242" y="2916"/>
                      <a:pt x="2699" y="3036"/>
                      <a:pt x="3157" y="3036"/>
                    </a:cubicBezTo>
                    <a:lnTo>
                      <a:pt x="11061" y="3061"/>
                    </a:lnTo>
                    <a:cubicBezTo>
                      <a:pt x="11519" y="3061"/>
                      <a:pt x="11784" y="2940"/>
                      <a:pt x="11664" y="2771"/>
                    </a:cubicBezTo>
                    <a:lnTo>
                      <a:pt x="9350" y="289"/>
                    </a:lnTo>
                    <a:cubicBezTo>
                      <a:pt x="9206" y="121"/>
                      <a:pt x="8724" y="0"/>
                      <a:pt x="8290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8" name="Google Shape;834;p49"/>
              <p:cNvSpPr/>
              <p:nvPr/>
            </p:nvSpPr>
            <p:spPr>
              <a:xfrm>
                <a:off x="10726542" y="6343026"/>
                <a:ext cx="293965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2218" h="3037" extrusionOk="0">
                    <a:moveTo>
                      <a:pt x="699" y="0"/>
                    </a:moveTo>
                    <a:cubicBezTo>
                      <a:pt x="241" y="0"/>
                      <a:pt x="0" y="97"/>
                      <a:pt x="145" y="265"/>
                    </a:cubicBezTo>
                    <a:lnTo>
                      <a:pt x="2506" y="2771"/>
                    </a:lnTo>
                    <a:cubicBezTo>
                      <a:pt x="2651" y="2916"/>
                      <a:pt x="3133" y="3037"/>
                      <a:pt x="3615" y="3037"/>
                    </a:cubicBezTo>
                    <a:lnTo>
                      <a:pt x="11495" y="3037"/>
                    </a:lnTo>
                    <a:cubicBezTo>
                      <a:pt x="11953" y="3037"/>
                      <a:pt x="12218" y="2916"/>
                      <a:pt x="12049" y="2771"/>
                    </a:cubicBezTo>
                    <a:lnTo>
                      <a:pt x="9374" y="265"/>
                    </a:lnTo>
                    <a:cubicBezTo>
                      <a:pt x="9206" y="121"/>
                      <a:pt x="8724" y="0"/>
                      <a:pt x="8290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9" name="Google Shape;835;p49"/>
              <p:cNvSpPr/>
              <p:nvPr/>
            </p:nvSpPr>
            <p:spPr>
              <a:xfrm>
                <a:off x="6935288" y="6425359"/>
                <a:ext cx="729403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30316" h="3037" extrusionOk="0">
                    <a:moveTo>
                      <a:pt x="4049" y="0"/>
                    </a:moveTo>
                    <a:cubicBezTo>
                      <a:pt x="3567" y="0"/>
                      <a:pt x="3061" y="96"/>
                      <a:pt x="2917" y="265"/>
                    </a:cubicBezTo>
                    <a:lnTo>
                      <a:pt x="169" y="2747"/>
                    </a:lnTo>
                    <a:cubicBezTo>
                      <a:pt x="1" y="2892"/>
                      <a:pt x="266" y="3012"/>
                      <a:pt x="748" y="3012"/>
                    </a:cubicBezTo>
                    <a:lnTo>
                      <a:pt x="27255" y="3036"/>
                    </a:lnTo>
                    <a:cubicBezTo>
                      <a:pt x="27761" y="3036"/>
                      <a:pt x="28243" y="2916"/>
                      <a:pt x="28340" y="2771"/>
                    </a:cubicBezTo>
                    <a:lnTo>
                      <a:pt x="30195" y="265"/>
                    </a:lnTo>
                    <a:cubicBezTo>
                      <a:pt x="30316" y="121"/>
                      <a:pt x="30026" y="0"/>
                      <a:pt x="29544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0" name="Google Shape;836;p49"/>
              <p:cNvSpPr/>
              <p:nvPr/>
            </p:nvSpPr>
            <p:spPr>
              <a:xfrm>
                <a:off x="7654802" y="6425358"/>
                <a:ext cx="280660" cy="73648"/>
              </a:xfrm>
              <a:custGeom>
                <a:avLst/>
                <a:gdLst/>
                <a:ahLst/>
                <a:cxnLst/>
                <a:rect l="l" t="t" r="r" b="b"/>
                <a:pathLst>
                  <a:path w="11665" h="3061" extrusionOk="0">
                    <a:moveTo>
                      <a:pt x="2941" y="0"/>
                    </a:moveTo>
                    <a:cubicBezTo>
                      <a:pt x="2483" y="0"/>
                      <a:pt x="2025" y="121"/>
                      <a:pt x="1905" y="265"/>
                    </a:cubicBezTo>
                    <a:lnTo>
                      <a:pt x="97" y="2771"/>
                    </a:lnTo>
                    <a:cubicBezTo>
                      <a:pt x="1" y="2916"/>
                      <a:pt x="290" y="3036"/>
                      <a:pt x="796" y="3036"/>
                    </a:cubicBezTo>
                    <a:lnTo>
                      <a:pt x="9038" y="3060"/>
                    </a:lnTo>
                    <a:cubicBezTo>
                      <a:pt x="9544" y="3060"/>
                      <a:pt x="10001" y="2940"/>
                      <a:pt x="10098" y="2795"/>
                    </a:cubicBezTo>
                    <a:lnTo>
                      <a:pt x="11592" y="289"/>
                    </a:lnTo>
                    <a:cubicBezTo>
                      <a:pt x="11664" y="145"/>
                      <a:pt x="11375" y="24"/>
                      <a:pt x="10893" y="24"/>
                    </a:cubicBezTo>
                    <a:lnTo>
                      <a:pt x="2941" y="0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1" name="Google Shape;837;p49"/>
              <p:cNvSpPr/>
              <p:nvPr/>
            </p:nvSpPr>
            <p:spPr>
              <a:xfrm>
                <a:off x="7937170" y="6425936"/>
                <a:ext cx="270795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1255" h="3037" extrusionOk="0">
                    <a:moveTo>
                      <a:pt x="2531" y="0"/>
                    </a:moveTo>
                    <a:cubicBezTo>
                      <a:pt x="2049" y="0"/>
                      <a:pt x="1615" y="121"/>
                      <a:pt x="1519" y="265"/>
                    </a:cubicBezTo>
                    <a:lnTo>
                      <a:pt x="73" y="2771"/>
                    </a:lnTo>
                    <a:cubicBezTo>
                      <a:pt x="0" y="2916"/>
                      <a:pt x="314" y="3036"/>
                      <a:pt x="796" y="3036"/>
                    </a:cubicBezTo>
                    <a:lnTo>
                      <a:pt x="9061" y="3036"/>
                    </a:lnTo>
                    <a:cubicBezTo>
                      <a:pt x="9543" y="3036"/>
                      <a:pt x="10001" y="2916"/>
                      <a:pt x="10073" y="2771"/>
                    </a:cubicBezTo>
                    <a:lnTo>
                      <a:pt x="11206" y="265"/>
                    </a:lnTo>
                    <a:cubicBezTo>
                      <a:pt x="11254" y="121"/>
                      <a:pt x="10941" y="0"/>
                      <a:pt x="10459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2" name="Google Shape;838;p49"/>
              <p:cNvSpPr/>
              <p:nvPr/>
            </p:nvSpPr>
            <p:spPr>
              <a:xfrm>
                <a:off x="8218359" y="6425936"/>
                <a:ext cx="260931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0845" h="3037" extrusionOk="0">
                    <a:moveTo>
                      <a:pt x="2097" y="0"/>
                    </a:moveTo>
                    <a:cubicBezTo>
                      <a:pt x="1639" y="0"/>
                      <a:pt x="1206" y="121"/>
                      <a:pt x="1133" y="265"/>
                    </a:cubicBezTo>
                    <a:lnTo>
                      <a:pt x="49" y="2771"/>
                    </a:lnTo>
                    <a:cubicBezTo>
                      <a:pt x="1" y="2916"/>
                      <a:pt x="338" y="3036"/>
                      <a:pt x="820" y="3036"/>
                    </a:cubicBezTo>
                    <a:lnTo>
                      <a:pt x="9086" y="3036"/>
                    </a:lnTo>
                    <a:cubicBezTo>
                      <a:pt x="9568" y="3036"/>
                      <a:pt x="10001" y="2916"/>
                      <a:pt x="10050" y="2771"/>
                    </a:cubicBezTo>
                    <a:lnTo>
                      <a:pt x="10821" y="289"/>
                    </a:lnTo>
                    <a:cubicBezTo>
                      <a:pt x="10845" y="121"/>
                      <a:pt x="10507" y="0"/>
                      <a:pt x="10050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3" name="Google Shape;839;p49"/>
              <p:cNvSpPr/>
              <p:nvPr/>
            </p:nvSpPr>
            <p:spPr>
              <a:xfrm>
                <a:off x="8499572" y="6426514"/>
                <a:ext cx="251067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0435" h="3037" extrusionOk="0">
                    <a:moveTo>
                      <a:pt x="1663" y="0"/>
                    </a:moveTo>
                    <a:cubicBezTo>
                      <a:pt x="1205" y="0"/>
                      <a:pt x="795" y="97"/>
                      <a:pt x="747" y="265"/>
                    </a:cubicBezTo>
                    <a:lnTo>
                      <a:pt x="24" y="2747"/>
                    </a:lnTo>
                    <a:cubicBezTo>
                      <a:pt x="0" y="2916"/>
                      <a:pt x="362" y="3012"/>
                      <a:pt x="844" y="3037"/>
                    </a:cubicBezTo>
                    <a:lnTo>
                      <a:pt x="9109" y="3037"/>
                    </a:lnTo>
                    <a:cubicBezTo>
                      <a:pt x="9591" y="3037"/>
                      <a:pt x="10001" y="2916"/>
                      <a:pt x="10025" y="2772"/>
                    </a:cubicBezTo>
                    <a:lnTo>
                      <a:pt x="10410" y="265"/>
                    </a:lnTo>
                    <a:cubicBezTo>
                      <a:pt x="10434" y="121"/>
                      <a:pt x="10097" y="0"/>
                      <a:pt x="9615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4" name="Google Shape;840;p49"/>
              <p:cNvSpPr/>
              <p:nvPr/>
            </p:nvSpPr>
            <p:spPr>
              <a:xfrm>
                <a:off x="8780763" y="6426514"/>
                <a:ext cx="241225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0026" h="3037" extrusionOk="0">
                    <a:moveTo>
                      <a:pt x="1254" y="0"/>
                    </a:moveTo>
                    <a:cubicBezTo>
                      <a:pt x="772" y="0"/>
                      <a:pt x="386" y="121"/>
                      <a:pt x="362" y="265"/>
                    </a:cubicBezTo>
                    <a:lnTo>
                      <a:pt x="25" y="2772"/>
                    </a:lnTo>
                    <a:cubicBezTo>
                      <a:pt x="1" y="2916"/>
                      <a:pt x="362" y="3037"/>
                      <a:pt x="868" y="3037"/>
                    </a:cubicBezTo>
                    <a:lnTo>
                      <a:pt x="9109" y="3037"/>
                    </a:lnTo>
                    <a:cubicBezTo>
                      <a:pt x="9616" y="3037"/>
                      <a:pt x="10001" y="2916"/>
                      <a:pt x="10001" y="2772"/>
                    </a:cubicBezTo>
                    <a:lnTo>
                      <a:pt x="10025" y="265"/>
                    </a:lnTo>
                    <a:cubicBezTo>
                      <a:pt x="10025" y="121"/>
                      <a:pt x="9664" y="0"/>
                      <a:pt x="9182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5" name="Google Shape;841;p49"/>
              <p:cNvSpPr/>
              <p:nvPr/>
            </p:nvSpPr>
            <p:spPr>
              <a:xfrm>
                <a:off x="9061375" y="6426513"/>
                <a:ext cx="241225" cy="73648"/>
              </a:xfrm>
              <a:custGeom>
                <a:avLst/>
                <a:gdLst/>
                <a:ahLst/>
                <a:cxnLst/>
                <a:rect l="l" t="t" r="r" b="b"/>
                <a:pathLst>
                  <a:path w="10026" h="3061" extrusionOk="0">
                    <a:moveTo>
                      <a:pt x="844" y="0"/>
                    </a:moveTo>
                    <a:cubicBezTo>
                      <a:pt x="386" y="0"/>
                      <a:pt x="1" y="121"/>
                      <a:pt x="1" y="265"/>
                    </a:cubicBezTo>
                    <a:lnTo>
                      <a:pt x="25" y="2772"/>
                    </a:lnTo>
                    <a:cubicBezTo>
                      <a:pt x="25" y="2916"/>
                      <a:pt x="410" y="3037"/>
                      <a:pt x="892" y="3037"/>
                    </a:cubicBezTo>
                    <a:lnTo>
                      <a:pt x="9158" y="3061"/>
                    </a:lnTo>
                    <a:cubicBezTo>
                      <a:pt x="9640" y="3061"/>
                      <a:pt x="10025" y="2940"/>
                      <a:pt x="10001" y="2796"/>
                    </a:cubicBezTo>
                    <a:lnTo>
                      <a:pt x="9664" y="289"/>
                    </a:lnTo>
                    <a:cubicBezTo>
                      <a:pt x="9664" y="145"/>
                      <a:pt x="9254" y="24"/>
                      <a:pt x="8796" y="24"/>
                    </a:cubicBezTo>
                    <a:lnTo>
                      <a:pt x="844" y="0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6" name="Google Shape;842;p49"/>
              <p:cNvSpPr/>
              <p:nvPr/>
            </p:nvSpPr>
            <p:spPr>
              <a:xfrm>
                <a:off x="9332723" y="6427091"/>
                <a:ext cx="251067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0435" h="3037" extrusionOk="0">
                    <a:moveTo>
                      <a:pt x="820" y="0"/>
                    </a:moveTo>
                    <a:cubicBezTo>
                      <a:pt x="362" y="0"/>
                      <a:pt x="1" y="121"/>
                      <a:pt x="25" y="265"/>
                    </a:cubicBezTo>
                    <a:lnTo>
                      <a:pt x="410" y="2772"/>
                    </a:lnTo>
                    <a:cubicBezTo>
                      <a:pt x="434" y="2916"/>
                      <a:pt x="844" y="3037"/>
                      <a:pt x="1326" y="3037"/>
                    </a:cubicBezTo>
                    <a:lnTo>
                      <a:pt x="9591" y="3037"/>
                    </a:lnTo>
                    <a:cubicBezTo>
                      <a:pt x="10073" y="3037"/>
                      <a:pt x="10435" y="2916"/>
                      <a:pt x="10387" y="2772"/>
                    </a:cubicBezTo>
                    <a:lnTo>
                      <a:pt x="9688" y="265"/>
                    </a:lnTo>
                    <a:cubicBezTo>
                      <a:pt x="9664" y="121"/>
                      <a:pt x="9254" y="0"/>
                      <a:pt x="8772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7" name="Google Shape;843;p49"/>
              <p:cNvSpPr/>
              <p:nvPr/>
            </p:nvSpPr>
            <p:spPr>
              <a:xfrm>
                <a:off x="9604071" y="6427091"/>
                <a:ext cx="260931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0845" h="3037" extrusionOk="0">
                    <a:moveTo>
                      <a:pt x="820" y="0"/>
                    </a:moveTo>
                    <a:cubicBezTo>
                      <a:pt x="338" y="0"/>
                      <a:pt x="0" y="121"/>
                      <a:pt x="48" y="265"/>
                    </a:cubicBezTo>
                    <a:lnTo>
                      <a:pt x="795" y="2772"/>
                    </a:lnTo>
                    <a:cubicBezTo>
                      <a:pt x="844" y="2916"/>
                      <a:pt x="1277" y="3037"/>
                      <a:pt x="1759" y="3037"/>
                    </a:cubicBezTo>
                    <a:lnTo>
                      <a:pt x="10025" y="3037"/>
                    </a:lnTo>
                    <a:cubicBezTo>
                      <a:pt x="10507" y="3037"/>
                      <a:pt x="10844" y="2916"/>
                      <a:pt x="10772" y="2772"/>
                    </a:cubicBezTo>
                    <a:lnTo>
                      <a:pt x="9712" y="265"/>
                    </a:lnTo>
                    <a:cubicBezTo>
                      <a:pt x="9663" y="121"/>
                      <a:pt x="9230" y="0"/>
                      <a:pt x="8772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8" name="Google Shape;844;p49"/>
              <p:cNvSpPr/>
              <p:nvPr/>
            </p:nvSpPr>
            <p:spPr>
              <a:xfrm>
                <a:off x="9875396" y="6427090"/>
                <a:ext cx="270795" cy="73648"/>
              </a:xfrm>
              <a:custGeom>
                <a:avLst/>
                <a:gdLst/>
                <a:ahLst/>
                <a:cxnLst/>
                <a:rect l="l" t="t" r="r" b="b"/>
                <a:pathLst>
                  <a:path w="11255" h="3061" extrusionOk="0">
                    <a:moveTo>
                      <a:pt x="796" y="0"/>
                    </a:moveTo>
                    <a:cubicBezTo>
                      <a:pt x="338" y="0"/>
                      <a:pt x="1" y="121"/>
                      <a:pt x="73" y="265"/>
                    </a:cubicBezTo>
                    <a:lnTo>
                      <a:pt x="1182" y="2772"/>
                    </a:lnTo>
                    <a:cubicBezTo>
                      <a:pt x="1254" y="2916"/>
                      <a:pt x="1688" y="3037"/>
                      <a:pt x="2194" y="3037"/>
                    </a:cubicBezTo>
                    <a:lnTo>
                      <a:pt x="10435" y="3061"/>
                    </a:lnTo>
                    <a:cubicBezTo>
                      <a:pt x="10917" y="3061"/>
                      <a:pt x="11255" y="2940"/>
                      <a:pt x="11158" y="2796"/>
                    </a:cubicBezTo>
                    <a:lnTo>
                      <a:pt x="9736" y="290"/>
                    </a:lnTo>
                    <a:cubicBezTo>
                      <a:pt x="9664" y="145"/>
                      <a:pt x="9206" y="24"/>
                      <a:pt x="8748" y="24"/>
                    </a:cubicBezTo>
                    <a:lnTo>
                      <a:pt x="796" y="0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9" name="Google Shape;845;p49"/>
              <p:cNvSpPr/>
              <p:nvPr/>
            </p:nvSpPr>
            <p:spPr>
              <a:xfrm>
                <a:off x="10146745" y="6427668"/>
                <a:ext cx="280636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1664" h="3037" extrusionOk="0">
                    <a:moveTo>
                      <a:pt x="772" y="0"/>
                    </a:moveTo>
                    <a:cubicBezTo>
                      <a:pt x="314" y="0"/>
                      <a:pt x="1" y="121"/>
                      <a:pt x="97" y="266"/>
                    </a:cubicBezTo>
                    <a:lnTo>
                      <a:pt x="1567" y="2772"/>
                    </a:lnTo>
                    <a:cubicBezTo>
                      <a:pt x="1663" y="2916"/>
                      <a:pt x="2121" y="3037"/>
                      <a:pt x="2603" y="3037"/>
                    </a:cubicBezTo>
                    <a:lnTo>
                      <a:pt x="10869" y="3037"/>
                    </a:lnTo>
                    <a:cubicBezTo>
                      <a:pt x="11351" y="3037"/>
                      <a:pt x="11664" y="2916"/>
                      <a:pt x="11568" y="2772"/>
                    </a:cubicBezTo>
                    <a:lnTo>
                      <a:pt x="9760" y="266"/>
                    </a:lnTo>
                    <a:cubicBezTo>
                      <a:pt x="9664" y="121"/>
                      <a:pt x="9206" y="0"/>
                      <a:pt x="8724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0" name="Google Shape;846;p49"/>
              <p:cNvSpPr/>
              <p:nvPr/>
            </p:nvSpPr>
            <p:spPr>
              <a:xfrm>
                <a:off x="10418094" y="6427668"/>
                <a:ext cx="290500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3037" extrusionOk="0">
                    <a:moveTo>
                      <a:pt x="771" y="0"/>
                    </a:moveTo>
                    <a:cubicBezTo>
                      <a:pt x="290" y="0"/>
                      <a:pt x="0" y="121"/>
                      <a:pt x="121" y="266"/>
                    </a:cubicBezTo>
                    <a:lnTo>
                      <a:pt x="1952" y="2772"/>
                    </a:lnTo>
                    <a:cubicBezTo>
                      <a:pt x="2073" y="2916"/>
                      <a:pt x="2555" y="3037"/>
                      <a:pt x="3037" y="3037"/>
                    </a:cubicBezTo>
                    <a:lnTo>
                      <a:pt x="11302" y="3037"/>
                    </a:lnTo>
                    <a:cubicBezTo>
                      <a:pt x="11784" y="3037"/>
                      <a:pt x="12073" y="2940"/>
                      <a:pt x="11953" y="2772"/>
                    </a:cubicBezTo>
                    <a:lnTo>
                      <a:pt x="9784" y="266"/>
                    </a:lnTo>
                    <a:cubicBezTo>
                      <a:pt x="9664" y="121"/>
                      <a:pt x="9182" y="0"/>
                      <a:pt x="8724" y="0"/>
                    </a:cubicBez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1" name="Google Shape;847;p49"/>
              <p:cNvSpPr/>
              <p:nvPr/>
            </p:nvSpPr>
            <p:spPr>
              <a:xfrm>
                <a:off x="10690597" y="6427668"/>
                <a:ext cx="420953" cy="73648"/>
              </a:xfrm>
              <a:custGeom>
                <a:avLst/>
                <a:gdLst/>
                <a:ahLst/>
                <a:cxnLst/>
                <a:rect l="l" t="t" r="r" b="b"/>
                <a:pathLst>
                  <a:path w="17496" h="3061" extrusionOk="0">
                    <a:moveTo>
                      <a:pt x="747" y="0"/>
                    </a:moveTo>
                    <a:cubicBezTo>
                      <a:pt x="289" y="0"/>
                      <a:pt x="0" y="121"/>
                      <a:pt x="145" y="290"/>
                    </a:cubicBezTo>
                    <a:lnTo>
                      <a:pt x="2338" y="2772"/>
                    </a:lnTo>
                    <a:cubicBezTo>
                      <a:pt x="2482" y="2940"/>
                      <a:pt x="2988" y="3061"/>
                      <a:pt x="3470" y="3061"/>
                    </a:cubicBezTo>
                    <a:lnTo>
                      <a:pt x="16748" y="3061"/>
                    </a:lnTo>
                    <a:cubicBezTo>
                      <a:pt x="17230" y="3061"/>
                      <a:pt x="17495" y="2940"/>
                      <a:pt x="17351" y="2796"/>
                    </a:cubicBezTo>
                    <a:lnTo>
                      <a:pt x="14652" y="290"/>
                    </a:lnTo>
                    <a:cubicBezTo>
                      <a:pt x="14507" y="145"/>
                      <a:pt x="14001" y="25"/>
                      <a:pt x="13543" y="25"/>
                    </a:cubicBezTo>
                    <a:lnTo>
                      <a:pt x="747" y="0"/>
                    </a:lnTo>
                    <a:close/>
                  </a:path>
                </a:pathLst>
              </a:custGeom>
              <a:solidFill>
                <a:srgbClr val="1B1464">
                  <a:alpha val="313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2" name="Google Shape;848;p49"/>
              <p:cNvSpPr/>
              <p:nvPr/>
            </p:nvSpPr>
            <p:spPr>
              <a:xfrm>
                <a:off x="6054596" y="6893807"/>
                <a:ext cx="5939380" cy="46989"/>
              </a:xfrm>
              <a:custGeom>
                <a:avLst/>
                <a:gdLst/>
                <a:ahLst/>
                <a:cxnLst/>
                <a:rect l="l" t="t" r="r" b="b"/>
                <a:pathLst>
                  <a:path w="246857" h="1953" extrusionOk="0">
                    <a:moveTo>
                      <a:pt x="940" y="1"/>
                    </a:moveTo>
                    <a:cubicBezTo>
                      <a:pt x="0" y="989"/>
                      <a:pt x="2314" y="1760"/>
                      <a:pt x="6386" y="1760"/>
                    </a:cubicBezTo>
                    <a:lnTo>
                      <a:pt x="240447" y="1953"/>
                    </a:lnTo>
                    <a:cubicBezTo>
                      <a:pt x="244519" y="1953"/>
                      <a:pt x="246857" y="1158"/>
                      <a:pt x="245917" y="194"/>
                    </a:cubicBezTo>
                    <a:lnTo>
                      <a:pt x="245917" y="194"/>
                    </a:lnTo>
                    <a:cubicBezTo>
                      <a:pt x="245309" y="732"/>
                      <a:pt x="243408" y="1111"/>
                      <a:pt x="240698" y="1111"/>
                    </a:cubicBezTo>
                    <a:cubicBezTo>
                      <a:pt x="240615" y="1111"/>
                      <a:pt x="240531" y="1110"/>
                      <a:pt x="240447" y="1109"/>
                    </a:cubicBezTo>
                    <a:lnTo>
                      <a:pt x="6386" y="941"/>
                    </a:lnTo>
                    <a:cubicBezTo>
                      <a:pt x="3543" y="941"/>
                      <a:pt x="1567" y="555"/>
                      <a:pt x="940" y="1"/>
                    </a:cubicBezTo>
                    <a:close/>
                  </a:path>
                </a:pathLst>
              </a:custGeom>
              <a:solidFill>
                <a:srgbClr val="FFFFFF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pic>
            <p:nvPicPr>
              <p:cNvPr id="173" name="Google Shape;849;p49"/>
              <p:cNvPicPr preferRelativeResize="0"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78800" y="3655845"/>
                <a:ext cx="3694177" cy="228796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4" name="Google Shape;850;p49"/>
              <p:cNvSpPr/>
              <p:nvPr/>
            </p:nvSpPr>
            <p:spPr>
              <a:xfrm>
                <a:off x="7102842" y="3453924"/>
                <a:ext cx="3916511" cy="2529067"/>
              </a:xfrm>
              <a:custGeom>
                <a:avLst/>
                <a:gdLst/>
                <a:ahLst/>
                <a:cxnLst/>
                <a:rect l="l" t="t" r="r" b="b"/>
                <a:pathLst>
                  <a:path w="162781" h="105115" extrusionOk="0">
                    <a:moveTo>
                      <a:pt x="3543" y="1"/>
                    </a:moveTo>
                    <a:cubicBezTo>
                      <a:pt x="2242" y="1"/>
                      <a:pt x="1013" y="386"/>
                      <a:pt x="1" y="1061"/>
                    </a:cubicBezTo>
                    <a:lnTo>
                      <a:pt x="162684" y="105115"/>
                    </a:lnTo>
                    <a:lnTo>
                      <a:pt x="162781" y="6676"/>
                    </a:lnTo>
                    <a:cubicBezTo>
                      <a:pt x="162781" y="3061"/>
                      <a:pt x="159841" y="121"/>
                      <a:pt x="156250" y="121"/>
                    </a:cubicBezTo>
                    <a:lnTo>
                      <a:pt x="3543" y="1"/>
                    </a:lnTo>
                    <a:close/>
                  </a:path>
                </a:pathLst>
              </a:custGeom>
              <a:solidFill>
                <a:srgbClr val="FFFFFF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sp>
          <p:nvSpPr>
            <p:cNvPr id="182" name="ZoneTexte 181"/>
            <p:cNvSpPr txBox="1"/>
            <p:nvPr/>
          </p:nvSpPr>
          <p:spPr>
            <a:xfrm>
              <a:off x="8387709" y="6156381"/>
              <a:ext cx="2072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smtClean="0">
                  <a:solidFill>
                    <a:schemeClr val="bg1"/>
                  </a:solidFill>
                </a:rPr>
                <a:t>Python program</a:t>
              </a:r>
              <a:endParaRPr lang="fr-FR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665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/>
          </p:nvPr>
        </p:nvSpPr>
        <p:spPr>
          <a:xfrm>
            <a:off x="1772649" y="3911260"/>
            <a:ext cx="8026958" cy="597200"/>
          </a:xfrm>
          <a:prstGeom prst="rect">
            <a:avLst/>
          </a:prstGeom>
        </p:spPr>
        <p:txBody>
          <a:bodyPr spcFirstLastPara="1" wrap="square" lIns="121900" tIns="0" rIns="121900" bIns="0" anchor="ctr" anchorCtr="0">
            <a:noAutofit/>
          </a:bodyPr>
          <a:lstStyle/>
          <a:p>
            <a:pPr lvl="0"/>
            <a:r>
              <a:rPr lang="en-US" sz="4400" dirty="0">
                <a:latin typeface="Lucida Console" panose="020B0609040504020204" pitchFamily="49" charset="0"/>
              </a:rPr>
              <a:t>Practical Principles and Final Project</a:t>
            </a:r>
            <a:endParaRPr sz="4400" dirty="0">
              <a:latin typeface="Lucida Console" panose="020B0609040504020204" pitchFamily="49" charset="0"/>
            </a:endParaRPr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121900" tIns="0" rIns="121900" bIns="0" anchor="b" anchorCtr="0">
            <a:noAutofit/>
          </a:bodyPr>
          <a:lstStyle/>
          <a:p>
            <a:pPr lvl="0"/>
            <a:r>
              <a:rPr lang="en-US" sz="8800" dirty="0"/>
              <a:t>Unit 4</a:t>
            </a:r>
            <a:r>
              <a:rPr lang="en-US" sz="8800" dirty="0" smtClean="0"/>
              <a:t>:</a:t>
            </a:r>
            <a:endParaRPr sz="8800" dirty="0"/>
          </a:p>
        </p:txBody>
      </p:sp>
      <p:pic>
        <p:nvPicPr>
          <p:cNvPr id="4" name="Picture 2" descr="Python - Free logo icons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250" b="99023" l="2344" r="100000">
                        <a14:foregroundMark x1="36719" y1="42578" x2="36719" y2="425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133" y="2477140"/>
            <a:ext cx="781319" cy="78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8207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" grpId="0"/>
    </p:bldLst>
  </p:timing>
</p:sld>
</file>

<file path=ppt/theme/theme1.xml><?xml version="1.0" encoding="utf-8"?>
<a:theme xmlns:a="http://schemas.openxmlformats.org/drawingml/2006/main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1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4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8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21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22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1928</TotalTime>
  <Words>852</Words>
  <Application>Microsoft Office PowerPoint</Application>
  <PresentationFormat>Grand écran</PresentationFormat>
  <Paragraphs>192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15</vt:i4>
      </vt:variant>
      <vt:variant>
        <vt:lpstr>Titres des diapositives</vt:lpstr>
      </vt:variant>
      <vt:variant>
        <vt:i4>21</vt:i4>
      </vt:variant>
    </vt:vector>
  </HeadingPairs>
  <TitlesOfParts>
    <vt:vector size="47" baseType="lpstr">
      <vt:lpstr>Arial Unicode MS</vt:lpstr>
      <vt:lpstr>Agency FB</vt:lpstr>
      <vt:lpstr>Anaheim</vt:lpstr>
      <vt:lpstr>Arial</vt:lpstr>
      <vt:lpstr>Barlow</vt:lpstr>
      <vt:lpstr>Barlow Condensed ExtraBold</vt:lpstr>
      <vt:lpstr>Calibri</vt:lpstr>
      <vt:lpstr>Lucida Console</vt:lpstr>
      <vt:lpstr>Nunito Light</vt:lpstr>
      <vt:lpstr>Overpass Mono</vt:lpstr>
      <vt:lpstr>Raleway SemiBold</vt:lpstr>
      <vt:lpstr>Programming Lesson by Slidesgo</vt:lpstr>
      <vt:lpstr>1_Programming Lesson by Slidesgo</vt:lpstr>
      <vt:lpstr>2_Programming Lesson by Slidesgo</vt:lpstr>
      <vt:lpstr>3_Programming Lesson by Slidesgo</vt:lpstr>
      <vt:lpstr>4_Programming Lesson by Slidesgo</vt:lpstr>
      <vt:lpstr>5_Programming Lesson by Slidesgo</vt:lpstr>
      <vt:lpstr>6_Programming Lesson by Slidesgo</vt:lpstr>
      <vt:lpstr>7_Programming Lesson by Slidesgo</vt:lpstr>
      <vt:lpstr>8_Programming Lesson by Slidesgo</vt:lpstr>
      <vt:lpstr>9_Programming Lesson by Slidesgo</vt:lpstr>
      <vt:lpstr>11_Programming Lesson by Slidesgo</vt:lpstr>
      <vt:lpstr>14_Programming Lesson by Slidesgo</vt:lpstr>
      <vt:lpstr>18_Programming Lesson by Slidesgo</vt:lpstr>
      <vt:lpstr>21_Programming Lesson by Slidesgo</vt:lpstr>
      <vt:lpstr>22_Programming Lesson by Slidesgo</vt:lpstr>
      <vt:lpstr>Python Programming Fundamentals Course</vt:lpstr>
      <vt:lpstr>Kickoff and Fundamentals</vt:lpstr>
      <vt:lpstr>Why Python?</vt:lpstr>
      <vt:lpstr>Setup and First Code</vt:lpstr>
      <vt:lpstr>Variables</vt:lpstr>
      <vt:lpstr>Core Data Types</vt:lpstr>
      <vt:lpstr>Arithmetic Operations &amp; Applications</vt:lpstr>
      <vt:lpstr>Arithmetic Operations &amp; Applications</vt:lpstr>
      <vt:lpstr>PRACTICAL APPLICATION   Invoice Calculation with Tax</vt:lpstr>
      <vt:lpstr>Data Structures and Control Flow</vt:lpstr>
      <vt:lpstr>Lists – The Dynamic Structure</vt:lpstr>
      <vt:lpstr>Lists – The Dynamic Structure</vt:lpstr>
      <vt:lpstr>Real-Life Conditional Example Scenario: A voting eligibility system.  </vt:lpstr>
      <vt:lpstr>For Loops -Iterating</vt:lpstr>
      <vt:lpstr>While Loops – Repeating Until True</vt:lpstr>
      <vt:lpstr>Code Organization and Reusability</vt:lpstr>
      <vt:lpstr>Functions - Organization</vt:lpstr>
      <vt:lpstr>Functions: Inputs and Outputs</vt:lpstr>
      <vt:lpstr>Dictionaries - Key and Value</vt:lpstr>
      <vt:lpstr>File Handling (File I/O)</vt:lpstr>
      <vt:lpstr>Practical Principles and Final Project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Fundamentals Course</dc:title>
  <dc:creator>Utilisateur Windows</dc:creator>
  <cp:lastModifiedBy>Utilisateur Windows</cp:lastModifiedBy>
  <cp:revision>85</cp:revision>
  <dcterms:created xsi:type="dcterms:W3CDTF">2025-10-07T02:51:09Z</dcterms:created>
  <dcterms:modified xsi:type="dcterms:W3CDTF">2025-10-10T20:47:28Z</dcterms:modified>
</cp:coreProperties>
</file>