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5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6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  <p:sldMasterId id="2147483792" r:id="rId2"/>
    <p:sldMasterId id="2147483924" r:id="rId3"/>
    <p:sldMasterId id="2147483990" r:id="rId4"/>
    <p:sldMasterId id="2147484034" r:id="rId5"/>
    <p:sldMasterId id="2147484100" r:id="rId6"/>
    <p:sldMasterId id="2147484166" r:id="rId7"/>
  </p:sldMasterIdLst>
  <p:notesMasterIdLst>
    <p:notesMasterId r:id="rId15"/>
  </p:notesMasterIdLst>
  <p:sldIdLst>
    <p:sldId id="302" r:id="rId8"/>
    <p:sldId id="269" r:id="rId9"/>
    <p:sldId id="301" r:id="rId10"/>
    <p:sldId id="274" r:id="rId11"/>
    <p:sldId id="277" r:id="rId12"/>
    <p:sldId id="272" r:id="rId13"/>
    <p:sldId id="305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177"/>
    <a:srgbClr val="8D8AB2"/>
    <a:srgbClr val="292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3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DA26D-C603-4A8D-84C9-207327D4367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E3C50-7CB9-4E2D-B413-A507A18F7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69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363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8d4cbd36da_4_31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8d4cbd36da_4_31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01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660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8b3994a781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8b3994a781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477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8de203a35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8de203a35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718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8d4cbd36da_4_31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8d4cbd36da_4_31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180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982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508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74866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854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417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211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9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765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78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09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3157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085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57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647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360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759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825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5840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6074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4167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754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6575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09869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357976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31514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42356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8795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8465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99137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4952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40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7408726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395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57115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8121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76879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9163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6054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35971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20488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72461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2574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48756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81554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566058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51617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5684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390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58677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63424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63182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61114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977295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7231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6918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74447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194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28504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72336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963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24005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04046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86405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63575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4213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989875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43780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53335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03188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28101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324904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32263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59880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264211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0255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70136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0254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886611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57843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69049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328592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18641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293741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45014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238010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57558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9078660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42442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82267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08868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451406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67864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82386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19393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7303030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57036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08352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409970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55102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687910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956865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089937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15192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167525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035107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42253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Thanks!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5810367"/>
            <a:ext cx="8845208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564934" y="0"/>
            <a:ext cx="9626961" cy="3632187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3935800" y="933667"/>
            <a:ext cx="4320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7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3935800" y="2021167"/>
            <a:ext cx="4320400" cy="16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3346800" y="4409267"/>
            <a:ext cx="5498400" cy="1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867" kern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 sz="1867" kern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653506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18339601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138965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85341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330806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744520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439664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598680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ta al pie">
  <p:cSld name="Nota al pi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10571520" y="2"/>
            <a:ext cx="1620473" cy="536015"/>
          </a:xfrm>
          <a:custGeom>
            <a:avLst/>
            <a:gdLst/>
            <a:ahLst/>
            <a:cxnLst/>
            <a:rect l="l" t="t" r="r" b="b"/>
            <a:pathLst>
              <a:path w="15122" h="5002" extrusionOk="0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682033" y="1044934"/>
            <a:ext cx="7509880" cy="3138489"/>
          </a:xfrm>
          <a:custGeom>
            <a:avLst/>
            <a:gdLst/>
            <a:ahLst/>
            <a:cxnLst/>
            <a:rect l="l" t="t" r="r" b="b"/>
            <a:pathLst>
              <a:path w="70081" h="27529" extrusionOk="0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5016500" y="1349733"/>
            <a:ext cx="6553600" cy="2586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46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7820097" y="4572734"/>
            <a:ext cx="1620456" cy="346220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91916" y="4572733"/>
            <a:ext cx="1499985" cy="346248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45099" y="4572734"/>
            <a:ext cx="346303" cy="346220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5477" y="4572733"/>
            <a:ext cx="346276" cy="346248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902968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0711061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53495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841451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547657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98485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419981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61443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69859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42970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199577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86345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16379" y="2298191"/>
            <a:ext cx="2375608" cy="4559823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2616510" y="0"/>
            <a:ext cx="3629157" cy="51656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65085" y="0"/>
            <a:ext cx="886196" cy="51656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98846" y="1251488"/>
            <a:ext cx="282797" cy="514368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65084" y="1344994"/>
            <a:ext cx="222987" cy="32735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91323" y="1344994"/>
            <a:ext cx="224083" cy="32735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8027" y="6644796"/>
            <a:ext cx="1405860" cy="21321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47122" y="6644796"/>
            <a:ext cx="2870252" cy="21321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407111" y="5936023"/>
            <a:ext cx="5001231" cy="214221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" y="5936023"/>
            <a:ext cx="1987527" cy="214221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791" y="6290409"/>
            <a:ext cx="4291271" cy="214312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290409"/>
            <a:ext cx="486061" cy="214312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6644796"/>
            <a:ext cx="1104709" cy="213216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958100" y="1825393"/>
            <a:ext cx="11360800" cy="254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98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8133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025400" y="4528133"/>
            <a:ext cx="11360800" cy="10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38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348592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" y="4358367"/>
            <a:ext cx="890201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13497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564167" y="2786587"/>
            <a:ext cx="2627676" cy="47581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" y="2786587"/>
            <a:ext cx="737292" cy="47581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697660" y="2000608"/>
            <a:ext cx="494157" cy="475811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719631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74602" y="5144350"/>
            <a:ext cx="2117229" cy="47375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5928269"/>
            <a:ext cx="1578320" cy="475811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" y="5144350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101013" y="5144350"/>
            <a:ext cx="1155663" cy="473753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0" y="3572400"/>
            <a:ext cx="198121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95016" y="4358371"/>
            <a:ext cx="494157" cy="473924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79099" y="1216701"/>
            <a:ext cx="1638127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94087" y="430712"/>
            <a:ext cx="2894987" cy="47375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639195" y="5144350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02763" y="5928268"/>
            <a:ext cx="415836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606400" y="3619500"/>
            <a:ext cx="11233600" cy="59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10666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5263233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1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812665" y="2630700"/>
            <a:ext cx="468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47767" y="1557767"/>
            <a:ext cx="4748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41525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ubTitle" idx="1"/>
          </p:nvPr>
        </p:nvSpPr>
        <p:spPr>
          <a:xfrm>
            <a:off x="3698100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title" idx="2"/>
          </p:nvPr>
        </p:nvSpPr>
        <p:spPr>
          <a:xfrm>
            <a:off x="3528067" y="3364931"/>
            <a:ext cx="3308400" cy="699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subTitle" idx="3"/>
          </p:nvPr>
        </p:nvSpPr>
        <p:spPr>
          <a:xfrm>
            <a:off x="8093633" y="4145333"/>
            <a:ext cx="2968800" cy="1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"/>
          <p:cNvSpPr txBox="1">
            <a:spLocks noGrp="1"/>
          </p:cNvSpPr>
          <p:nvPr>
            <p:ph type="title" idx="4"/>
          </p:nvPr>
        </p:nvSpPr>
        <p:spPr>
          <a:xfrm>
            <a:off x="7923533" y="3364901"/>
            <a:ext cx="3308400" cy="69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3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98" name="Google Shape;98;p6"/>
          <p:cNvSpPr/>
          <p:nvPr/>
        </p:nvSpPr>
        <p:spPr>
          <a:xfrm flipH="1">
            <a:off x="1036318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288090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831224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1"/>
          </p:nvPr>
        </p:nvSpPr>
        <p:spPr>
          <a:xfrm flipH="1">
            <a:off x="1942300" y="2156133"/>
            <a:ext cx="2614400" cy="13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0" y="3586465"/>
            <a:ext cx="3694528" cy="1378040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0" y="1"/>
            <a:ext cx="170421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783017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Idea principal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36" y="430712"/>
            <a:ext cx="1578320" cy="473753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 flipH="1">
            <a:off x="4" y="1216701"/>
            <a:ext cx="4102093" cy="47373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39" y="4358371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733256" y="4358367"/>
            <a:ext cx="654345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18" y="5144333"/>
            <a:ext cx="1943081" cy="473763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9836270" y="5144333"/>
            <a:ext cx="2355605" cy="47376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984809" y="3572400"/>
            <a:ext cx="2207056" cy="473933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 flipH="1">
            <a:off x="5194310" y="430700"/>
            <a:ext cx="6426191" cy="473763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 flipH="1">
            <a:off x="3481658" y="5928268"/>
            <a:ext cx="8710343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792091" y="1497524"/>
            <a:ext cx="6607452" cy="4016455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703651" y="2060967"/>
            <a:ext cx="254691" cy="397895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32725" y="2060967"/>
            <a:ext cx="255257" cy="397895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010708" y="2021540"/>
            <a:ext cx="169648" cy="477273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2197083" y="5144333"/>
            <a:ext cx="2355584" cy="47376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8890023" y="4358367"/>
            <a:ext cx="1662511" cy="473933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639223" y="1216701"/>
            <a:ext cx="1314271" cy="47373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3362400" y="3120432"/>
            <a:ext cx="5467200" cy="1078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2133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3362400" y="4294967"/>
            <a:ext cx="5467200" cy="53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933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107657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 flipH="1">
            <a:off x="6997000" y="2892733"/>
            <a:ext cx="3290000" cy="1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558701" y="2100267"/>
            <a:ext cx="3633473" cy="321195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0" y="6267565"/>
            <a:ext cx="2234181" cy="59043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86015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5600" y="4409159"/>
            <a:ext cx="11360800" cy="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ct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ct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9" name="Google Shape;149;p12"/>
          <p:cNvSpPr/>
          <p:nvPr/>
        </p:nvSpPr>
        <p:spPr>
          <a:xfrm rot="10800000">
            <a:off x="3669075" y="5657966"/>
            <a:ext cx="8521692" cy="1206501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 rot="10800000">
            <a:off x="1815001" y="2001503"/>
            <a:ext cx="10375767" cy="2033464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 rot="10800000">
            <a:off x="3" y="1"/>
            <a:ext cx="7721464" cy="674067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0800000">
            <a:off x="28" y="2002495"/>
            <a:ext cx="1472184" cy="473924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 rot="10800000">
            <a:off x="709977" y="1216699"/>
            <a:ext cx="1407260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 rot="10800000">
            <a:off x="9564167" y="1216689"/>
            <a:ext cx="2627676" cy="473753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 rot="10800000">
            <a:off x="2419131" y="1216689"/>
            <a:ext cx="2133519" cy="473753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6" name="Google Shape;156;p12"/>
          <p:cNvSpPr/>
          <p:nvPr/>
        </p:nvSpPr>
        <p:spPr>
          <a:xfrm rot="10800000">
            <a:off x="6031414" y="430733"/>
            <a:ext cx="2794020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 rot="10800000">
            <a:off x="9841410" y="4460904"/>
            <a:ext cx="2350591" cy="473763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 rot="10800000">
            <a:off x="-6" y="2779900"/>
            <a:ext cx="2380739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 rot="10800000">
            <a:off x="875093" y="6384266"/>
            <a:ext cx="3505175" cy="47373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2463800"/>
            <a:ext cx="11360800" cy="184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500"/>
              <a:buNone/>
              <a:defRPr sz="16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75059691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33" y="3755048"/>
            <a:ext cx="12192061" cy="1264467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8473833" y="-190495"/>
            <a:ext cx="19144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8054167" y="2571533"/>
            <a:ext cx="27552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383467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38266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5105408" y="-292095"/>
            <a:ext cx="19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4719287" y="2571533"/>
            <a:ext cx="2756000" cy="57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867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4718816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8055949" y="1905005"/>
            <a:ext cx="2755200" cy="57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933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879927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 + Four Column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3021344" y="2367133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6285584" y="2367236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6285567" y="2944265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3021335" y="4207567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3021333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6285600" y="4207672"/>
            <a:ext cx="2885200" cy="47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6285567" y="478123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3021344" y="2944263"/>
            <a:ext cx="2885200" cy="5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052357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8267834" y="2021101"/>
            <a:ext cx="3924169" cy="321873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9" name="Google Shape;219;p17"/>
          <p:cNvSpPr txBox="1">
            <a:spLocks noGrp="1"/>
          </p:cNvSpPr>
          <p:nvPr>
            <p:ph type="body" idx="1"/>
          </p:nvPr>
        </p:nvSpPr>
        <p:spPr>
          <a:xfrm>
            <a:off x="7251600" y="2630700"/>
            <a:ext cx="4165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2133"/>
            </a:lvl1pPr>
            <a:lvl2pPr marL="1219170" lvl="1" indent="-440256" algn="r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Font typeface="Nunito Light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Font typeface="Nunito Light"/>
              <a:buChar char="■"/>
              <a:defRPr sz="2133"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11091040" y="6691029"/>
            <a:ext cx="1100968" cy="166976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31272" y="6691029"/>
            <a:ext cx="2247773" cy="166976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042093" y="6413504"/>
            <a:ext cx="3360612" cy="167833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419659" y="6413504"/>
            <a:ext cx="380648" cy="167833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374921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5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 flipH="1">
            <a:off x="8953501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8" name="Google Shape;228;p18"/>
          <p:cNvSpPr/>
          <p:nvPr/>
        </p:nvSpPr>
        <p:spPr>
          <a:xfrm flipH="1">
            <a:off x="1639292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9" name="Google Shape;229;p18"/>
          <p:cNvSpPr/>
          <p:nvPr/>
        </p:nvSpPr>
        <p:spPr>
          <a:xfrm flipH="1">
            <a:off x="89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0" name="Google Shape;230;p18"/>
          <p:cNvSpPr/>
          <p:nvPr/>
        </p:nvSpPr>
        <p:spPr>
          <a:xfrm flipH="1">
            <a:off x="31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flipH="1">
            <a:off x="1733311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 flipH="1">
            <a:off x="10807446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3" name="Google Shape;233;p18"/>
          <p:cNvSpPr/>
          <p:nvPr/>
        </p:nvSpPr>
        <p:spPr>
          <a:xfrm flipH="1">
            <a:off x="10719669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4" name="Google Shape;234;p18"/>
          <p:cNvSpPr/>
          <p:nvPr/>
        </p:nvSpPr>
        <p:spPr>
          <a:xfrm flipH="1">
            <a:off x="7304333" y="2000608"/>
            <a:ext cx="3154240" cy="475811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 flipH="1">
            <a:off x="9194808" y="1216701"/>
            <a:ext cx="2997065" cy="47373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2792101" y="1497533"/>
            <a:ext cx="6607452" cy="536060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45295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2423633" y="0"/>
            <a:ext cx="9768400" cy="52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6106033" y="3184267"/>
            <a:ext cx="5243600" cy="2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31789" rtl="0">
              <a:spcBef>
                <a:spcPts val="2133"/>
              </a:spcBef>
              <a:spcAft>
                <a:spcPts val="0"/>
              </a:spcAft>
              <a:buSzPts val="1500"/>
              <a:buChar char="■"/>
              <a:defRPr/>
            </a:lvl3pPr>
            <a:lvl4pPr marL="2438339" lvl="3" indent="-431789" rtl="0">
              <a:spcBef>
                <a:spcPts val="2133"/>
              </a:spcBef>
              <a:spcAft>
                <a:spcPts val="0"/>
              </a:spcAft>
              <a:buSzPts val="15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14856" rtl="0"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 rtl="0">
              <a:spcBef>
                <a:spcPts val="2133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6106041" y="2286400"/>
            <a:ext cx="52844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1" y="2875516"/>
            <a:ext cx="2810529" cy="171685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2810627" y="2875516"/>
            <a:ext cx="1487384" cy="17168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523" y="3159808"/>
            <a:ext cx="2193368" cy="17168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130436" y="3159808"/>
            <a:ext cx="637521" cy="17168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554339" y="3159808"/>
            <a:ext cx="743703" cy="17168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0" y="4296951"/>
            <a:ext cx="1963667" cy="171189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2936158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209029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2748119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475248" y="3728390"/>
            <a:ext cx="171168" cy="171665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55340" y="3728390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126401" y="3444099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5512" y="3159808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786098" y="4012185"/>
            <a:ext cx="2192871" cy="171665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1786098" y="4012185"/>
            <a:ext cx="637541" cy="171665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" y="4012680"/>
            <a:ext cx="999700" cy="171168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446249" y="4012185"/>
            <a:ext cx="171685" cy="171665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172884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11973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51497" y="4580744"/>
            <a:ext cx="171665" cy="17168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90522" y="4580744"/>
            <a:ext cx="171685" cy="17168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4126401" y="4012185"/>
            <a:ext cx="171665" cy="171665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2235109" y="3444099"/>
            <a:ext cx="1753312" cy="17168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3022977" y="3728390"/>
            <a:ext cx="1275041" cy="171665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855340" y="3728390"/>
            <a:ext cx="1195179" cy="171665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" y="3728390"/>
            <a:ext cx="599327" cy="171665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235110" y="4296454"/>
            <a:ext cx="2062876" cy="171685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363342" y="4580744"/>
            <a:ext cx="934692" cy="171685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" y="3444099"/>
            <a:ext cx="1703697" cy="171685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083085" y="4580744"/>
            <a:ext cx="2083711" cy="171685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4298051" y="1965601"/>
            <a:ext cx="1448693" cy="3696620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-16" y="5929200"/>
            <a:ext cx="1448800" cy="92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300763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7261133" y="1813300"/>
            <a:ext cx="4929664" cy="1611435"/>
          </a:xfrm>
          <a:custGeom>
            <a:avLst/>
            <a:gdLst/>
            <a:ahLst/>
            <a:cxnLst/>
            <a:rect l="l" t="t" r="r" b="b"/>
            <a:pathLst>
              <a:path w="115539" h="37768" extrusionOk="0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-1199" y="3424700"/>
            <a:ext cx="4929664" cy="1611392"/>
          </a:xfrm>
          <a:custGeom>
            <a:avLst/>
            <a:gdLst/>
            <a:ahLst/>
            <a:cxnLst/>
            <a:rect l="l" t="t" r="r" b="b"/>
            <a:pathLst>
              <a:path w="115539" h="37767" extrusionOk="0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-1207" y="-4289"/>
            <a:ext cx="4929664" cy="476032"/>
          </a:xfrm>
          <a:custGeom>
            <a:avLst/>
            <a:gdLst/>
            <a:ahLst/>
            <a:cxnLst/>
            <a:rect l="l" t="t" r="r" b="b"/>
            <a:pathLst>
              <a:path w="115539" h="11157" extrusionOk="0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8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-1207" y="4779497"/>
            <a:ext cx="556288" cy="513152"/>
          </a:xfrm>
          <a:custGeom>
            <a:avLst/>
            <a:gdLst/>
            <a:ahLst/>
            <a:cxnLst/>
            <a:rect l="l" t="t" r="r" b="b"/>
            <a:pathLst>
              <a:path w="13038" h="12027" extrusionOk="0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690121" y="1548138"/>
            <a:ext cx="1500672" cy="513109"/>
          </a:xfrm>
          <a:custGeom>
            <a:avLst/>
            <a:gdLst/>
            <a:ahLst/>
            <a:cxnLst/>
            <a:rect l="l" t="t" r="r" b="b"/>
            <a:pathLst>
              <a:path w="35172" h="12026" extrusionOk="0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>
            <a:spLocks noGrp="1"/>
          </p:cNvSpPr>
          <p:nvPr>
            <p:ph type="subTitle" idx="1"/>
          </p:nvPr>
        </p:nvSpPr>
        <p:spPr>
          <a:xfrm>
            <a:off x="7502233" y="2588568"/>
            <a:ext cx="3188800" cy="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2"/>
          </p:nvPr>
        </p:nvSpPr>
        <p:spPr>
          <a:xfrm>
            <a:off x="1505733" y="4201468"/>
            <a:ext cx="3188800" cy="62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/>
          </p:nvPr>
        </p:nvSpPr>
        <p:spPr>
          <a:xfrm>
            <a:off x="1500133" y="3725367"/>
            <a:ext cx="3194400" cy="351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3"/>
          </p:nvPr>
        </p:nvSpPr>
        <p:spPr>
          <a:xfrm>
            <a:off x="7502233" y="2110067"/>
            <a:ext cx="3194400" cy="35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666326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8555632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8514465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1113633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1072467" y="2337767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4832200" y="3044167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4790995" y="2337767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8555632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8514432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1113633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1072433" y="4395500"/>
            <a:ext cx="2610000" cy="70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4832200" y="5101900"/>
            <a:ext cx="25276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4790995" y="4395500"/>
            <a:ext cx="2610000" cy="706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933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704000" y="4560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53" y="2603052"/>
            <a:ext cx="10386937" cy="175829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 flipH="1">
            <a:off x="1244527" y="4660801"/>
            <a:ext cx="10947452" cy="17580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67924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Title + Percent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935748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7109984" y="2978100"/>
            <a:ext cx="2146400" cy="77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6666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5" y="1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1140768" y="5810367"/>
            <a:ext cx="1051241" cy="1047157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9" name="Google Shape;309;p23"/>
          <p:cNvSpPr/>
          <p:nvPr/>
        </p:nvSpPr>
        <p:spPr>
          <a:xfrm flipH="1">
            <a:off x="9804389" y="6381724"/>
            <a:ext cx="1828819" cy="475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98188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Small number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4564800" y="1964000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4565000" y="1246267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4564800" y="3584684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4565000" y="2866936"/>
            <a:ext cx="3062000" cy="609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4565000" y="5205367"/>
            <a:ext cx="3062000" cy="60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4565000" y="4487604"/>
            <a:ext cx="30620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9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3333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9836267" y="2786601"/>
            <a:ext cx="2355605" cy="47580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476034" y="2786601"/>
            <a:ext cx="2762335" cy="47580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9080371" y="2000600"/>
            <a:ext cx="1472205" cy="475829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9194706" y="3572400"/>
            <a:ext cx="2997073" cy="473933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10807439" y="2000600"/>
            <a:ext cx="1384397" cy="475829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8986385" y="4358367"/>
            <a:ext cx="1472171" cy="473933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24" y="4358367"/>
            <a:ext cx="1384397" cy="47393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3" y="2000608"/>
            <a:ext cx="1472184" cy="475811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33297" y="2000600"/>
            <a:ext cx="654161" cy="475829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71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8.xml"/><Relationship Id="rId21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19" Type="http://schemas.openxmlformats.org/officeDocument/2006/relationships/theme" Target="../theme/theme7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2377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1299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60616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  <p:sldLayoutId id="2147483942" r:id="rId18"/>
    <p:sldLayoutId id="2147483943" r:id="rId19"/>
    <p:sldLayoutId id="2147483944" r:id="rId20"/>
    <p:sldLayoutId id="2147483945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71348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  <p:sldLayoutId id="2147484009" r:id="rId19"/>
    <p:sldLayoutId id="2147484010" r:id="rId20"/>
    <p:sldLayoutId id="214748401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8361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  <p:sldLayoutId id="2147484047" r:id="rId13"/>
    <p:sldLayoutId id="2147484048" r:id="rId14"/>
    <p:sldLayoutId id="2147484049" r:id="rId15"/>
    <p:sldLayoutId id="2147484050" r:id="rId16"/>
    <p:sldLayoutId id="2147484051" r:id="rId17"/>
    <p:sldLayoutId id="2147484052" r:id="rId18"/>
    <p:sldLayoutId id="2147484053" r:id="rId19"/>
    <p:sldLayoutId id="2147484054" r:id="rId20"/>
    <p:sldLayoutId id="2147484055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3779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  <p:sldLayoutId id="2147484112" r:id="rId12"/>
    <p:sldLayoutId id="2147484113" r:id="rId13"/>
    <p:sldLayoutId id="2147484114" r:id="rId14"/>
    <p:sldLayoutId id="2147484115" r:id="rId15"/>
    <p:sldLayoutId id="2147484116" r:id="rId16"/>
    <p:sldLayoutId id="2147484117" r:id="rId17"/>
    <p:sldLayoutId id="2147484118" r:id="rId18"/>
    <p:sldLayoutId id="2147484119" r:id="rId19"/>
    <p:sldLayoutId id="2147484120" r:id="rId20"/>
    <p:sldLayoutId id="2147484121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82261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167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  <p:sldLayoutId id="2147484177" r:id="rId9"/>
    <p:sldLayoutId id="2147484179" r:id="rId10"/>
    <p:sldLayoutId id="2147484180" r:id="rId11"/>
    <p:sldLayoutId id="2147484181" r:id="rId12"/>
    <p:sldLayoutId id="2147484182" r:id="rId13"/>
    <p:sldLayoutId id="2147484183" r:id="rId14"/>
    <p:sldLayoutId id="2147484184" r:id="rId15"/>
    <p:sldLayoutId id="2147484185" r:id="rId16"/>
    <p:sldLayoutId id="2147484186" r:id="rId17"/>
    <p:sldLayoutId id="2147484187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4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1772649" y="3911260"/>
            <a:ext cx="8026958" cy="5972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lvl="0"/>
            <a:r>
              <a:rPr lang="en-US" sz="4400" dirty="0">
                <a:latin typeface="Lucida Console" panose="020B0609040504020204" pitchFamily="49" charset="0"/>
              </a:rPr>
              <a:t>Practical Principles and Final Project</a:t>
            </a:r>
            <a:endParaRPr sz="4400" dirty="0">
              <a:latin typeface="Lucida Console" panose="020B0609040504020204" pitchFamily="49" charset="0"/>
            </a:endParaRPr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606400" y="2867800"/>
            <a:ext cx="11233600" cy="652800"/>
          </a:xfrm>
          <a:prstGeom prst="rect">
            <a:avLst/>
          </a:prstGeom>
        </p:spPr>
        <p:txBody>
          <a:bodyPr spcFirstLastPara="1" wrap="square" lIns="121900" tIns="0" rIns="121900" bIns="0" anchor="b" anchorCtr="0">
            <a:noAutofit/>
          </a:bodyPr>
          <a:lstStyle/>
          <a:p>
            <a:pPr lvl="0"/>
            <a:r>
              <a:rPr lang="en-US" sz="8800" dirty="0"/>
              <a:t>Unit 4</a:t>
            </a:r>
            <a:r>
              <a:rPr lang="en-US" sz="8800" dirty="0" smtClean="0"/>
              <a:t>:</a:t>
            </a:r>
            <a:endParaRPr sz="8800" dirty="0"/>
          </a:p>
        </p:txBody>
      </p:sp>
      <p:pic>
        <p:nvPicPr>
          <p:cNvPr id="4" name="Picture 2" descr="Python - Free logo icons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33" y="2477140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820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"/>
          <p:cNvSpPr txBox="1">
            <a:spLocks noGrp="1"/>
          </p:cNvSpPr>
          <p:nvPr>
            <p:ph type="title"/>
          </p:nvPr>
        </p:nvSpPr>
        <p:spPr>
          <a:xfrm>
            <a:off x="1135128" y="0"/>
            <a:ext cx="9921876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 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 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(OOP)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Object-Oriented Programming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026" name="Picture 2" descr="A the front of the building for architectural design inspiration | Premium  AI-generat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4" r="11017"/>
          <a:stretch/>
        </p:blipFill>
        <p:spPr bwMode="auto">
          <a:xfrm>
            <a:off x="6662056" y="4400663"/>
            <a:ext cx="2044701" cy="1858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/>
          <p:cNvCxnSpPr/>
          <p:nvPr/>
        </p:nvCxnSpPr>
        <p:spPr>
          <a:xfrm>
            <a:off x="1945367" y="5329764"/>
            <a:ext cx="1915885" cy="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704067" y="1791898"/>
            <a:ext cx="9399361" cy="1708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Class: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A blueprint or template for creating objects.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Object: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A real- world instance of the class.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Goal: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Organizing large codebases and modeling real-world entities.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Lucida Console" panose="020B0609040504020204" pitchFamily="49" charset="0"/>
              </a:rPr>
              <a:t>Example: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Class Car (template) produces </a:t>
            </a:r>
            <a:r>
              <a:rPr lang="en-US" dirty="0" err="1">
                <a:solidFill>
                  <a:schemeClr val="bg1"/>
                </a:solidFill>
                <a:latin typeface="Lucida Console" panose="020B0609040504020204" pitchFamily="49" charset="0"/>
              </a:rPr>
              <a:t>my_car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(object).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540" y="4227537"/>
            <a:ext cx="2157185" cy="22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54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33333E-6 L 0.18971 -3.33333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327277" y="5139951"/>
            <a:ext cx="84171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. Organization: </a:t>
            </a:r>
            <a:endParaRPr lang="en-US" sz="2000" b="1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Use </a:t>
            </a: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functions and proper whitespace effectively.</a:t>
            </a:r>
            <a:endParaRPr lang="fr-FR" sz="20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27277" y="1932265"/>
            <a:ext cx="90387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Clear Naming: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Use meaningful names for variables and functions.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7277" y="3510487"/>
            <a:ext cx="88431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Lucida Console" panose="020B0609040504020204" pitchFamily="49" charset="0"/>
              </a:rPr>
              <a:t>2. Comments: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Lucida Console" panose="020B0609040504020204" pitchFamily="49" charset="0"/>
              </a:rPr>
              <a:t>Explain complex code logic (but not obvious code). </a:t>
            </a:r>
          </a:p>
        </p:txBody>
      </p:sp>
      <p:sp>
        <p:nvSpPr>
          <p:cNvPr id="386" name="Google Shape;386;p34"/>
          <p:cNvSpPr txBox="1">
            <a:spLocks noGrp="1"/>
          </p:cNvSpPr>
          <p:nvPr>
            <p:ph type="title" idx="7"/>
          </p:nvPr>
        </p:nvSpPr>
        <p:spPr>
          <a:xfrm>
            <a:off x="1704067" y="457600"/>
            <a:ext cx="87840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Clean Code </a:t>
            </a:r>
            <a:r>
              <a:rPr lang="fr-FR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Principles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28319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/>
          <p:cNvGrpSpPr/>
          <p:nvPr/>
        </p:nvGrpSpPr>
        <p:grpSpPr>
          <a:xfrm>
            <a:off x="708584" y="1982359"/>
            <a:ext cx="2123386" cy="1031200"/>
            <a:chOff x="708584" y="1982359"/>
            <a:chExt cx="2123386" cy="1031200"/>
          </a:xfrm>
        </p:grpSpPr>
        <p:sp>
          <p:nvSpPr>
            <p:cNvPr id="389" name="Google Shape;389;p34"/>
            <p:cNvSpPr/>
            <p:nvPr/>
          </p:nvSpPr>
          <p:spPr>
            <a:xfrm flipH="1">
              <a:off x="1465589" y="2378126"/>
              <a:ext cx="431884" cy="239668"/>
            </a:xfrm>
            <a:custGeom>
              <a:avLst/>
              <a:gdLst/>
              <a:ahLst/>
              <a:cxnLst/>
              <a:rect l="l" t="t" r="r" b="b"/>
              <a:pathLst>
                <a:path w="46995" h="2347" extrusionOk="0">
                  <a:moveTo>
                    <a:pt x="0" y="1"/>
                  </a:moveTo>
                  <a:lnTo>
                    <a:pt x="0" y="2346"/>
                  </a:lnTo>
                  <a:lnTo>
                    <a:pt x="46994" y="2346"/>
                  </a:lnTo>
                  <a:lnTo>
                    <a:pt x="469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2" name="Google Shape;392;p34"/>
            <p:cNvSpPr/>
            <p:nvPr/>
          </p:nvSpPr>
          <p:spPr>
            <a:xfrm flipH="1">
              <a:off x="872185" y="2775093"/>
              <a:ext cx="628652" cy="238465"/>
            </a:xfrm>
            <a:custGeom>
              <a:avLst/>
              <a:gdLst/>
              <a:ahLst/>
              <a:cxnLst/>
              <a:rect l="l" t="t" r="r" b="b"/>
              <a:pathLst>
                <a:path w="12098" h="2335" extrusionOk="0">
                  <a:moveTo>
                    <a:pt x="1" y="1"/>
                  </a:moveTo>
                  <a:lnTo>
                    <a:pt x="1" y="2335"/>
                  </a:lnTo>
                  <a:lnTo>
                    <a:pt x="12098" y="233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3" name="Google Shape;393;p34"/>
            <p:cNvSpPr/>
            <p:nvPr/>
          </p:nvSpPr>
          <p:spPr>
            <a:xfrm rot="-5400000" flipH="1">
              <a:off x="1800770" y="1982359"/>
              <a:ext cx="1031200" cy="1031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0" name="Google Shape;410;p34"/>
            <p:cNvSpPr/>
            <p:nvPr/>
          </p:nvSpPr>
          <p:spPr>
            <a:xfrm flipH="1">
              <a:off x="708584" y="1982359"/>
              <a:ext cx="937389" cy="239597"/>
            </a:xfrm>
            <a:custGeom>
              <a:avLst/>
              <a:gdLst/>
              <a:ahLst/>
              <a:cxnLst/>
              <a:rect l="l" t="t" r="r" b="b"/>
              <a:pathLst>
                <a:path w="21766" h="2346" extrusionOk="0">
                  <a:moveTo>
                    <a:pt x="1" y="0"/>
                  </a:moveTo>
                  <a:lnTo>
                    <a:pt x="1" y="2346"/>
                  </a:lnTo>
                  <a:lnTo>
                    <a:pt x="21765" y="2346"/>
                  </a:lnTo>
                  <a:lnTo>
                    <a:pt x="21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11" name="Google Shape;411;p34"/>
            <p:cNvSpPr/>
            <p:nvPr/>
          </p:nvSpPr>
          <p:spPr>
            <a:xfrm flipH="1">
              <a:off x="1067042" y="2378693"/>
              <a:ext cx="238421" cy="239668"/>
            </a:xfrm>
            <a:custGeom>
              <a:avLst/>
              <a:gdLst/>
              <a:ahLst/>
              <a:cxnLst/>
              <a:rect l="l" t="t" r="r" b="b"/>
              <a:pathLst>
                <a:path w="46995" h="2347" extrusionOk="0">
                  <a:moveTo>
                    <a:pt x="0" y="1"/>
                  </a:moveTo>
                  <a:lnTo>
                    <a:pt x="0" y="2346"/>
                  </a:lnTo>
                  <a:lnTo>
                    <a:pt x="46994" y="2346"/>
                  </a:lnTo>
                  <a:lnTo>
                    <a:pt x="469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2047160" y="2190974"/>
              <a:ext cx="538423" cy="613971"/>
            </a:xfrm>
            <a:custGeom>
              <a:avLst/>
              <a:gdLst/>
              <a:ahLst/>
              <a:cxnLst/>
              <a:rect l="l" t="t" r="r" b="b"/>
              <a:pathLst>
                <a:path w="13313" h="15181" extrusionOk="0">
                  <a:moveTo>
                    <a:pt x="5923" y="3645"/>
                  </a:moveTo>
                  <a:cubicBezTo>
                    <a:pt x="6033" y="3645"/>
                    <a:pt x="6143" y="3694"/>
                    <a:pt x="6216" y="3787"/>
                  </a:cubicBezTo>
                  <a:cubicBezTo>
                    <a:pt x="6347" y="3941"/>
                    <a:pt x="6323" y="4191"/>
                    <a:pt x="6168" y="4322"/>
                  </a:cubicBezTo>
                  <a:lnTo>
                    <a:pt x="5049" y="5251"/>
                  </a:lnTo>
                  <a:lnTo>
                    <a:pt x="6168" y="6180"/>
                  </a:lnTo>
                  <a:cubicBezTo>
                    <a:pt x="6323" y="6311"/>
                    <a:pt x="6347" y="6549"/>
                    <a:pt x="6216" y="6716"/>
                  </a:cubicBezTo>
                  <a:cubicBezTo>
                    <a:pt x="6145" y="6811"/>
                    <a:pt x="6037" y="6846"/>
                    <a:pt x="5918" y="6846"/>
                  </a:cubicBezTo>
                  <a:cubicBezTo>
                    <a:pt x="5835" y="6846"/>
                    <a:pt x="5752" y="6823"/>
                    <a:pt x="5680" y="6763"/>
                  </a:cubicBezTo>
                  <a:lnTo>
                    <a:pt x="4204" y="5537"/>
                  </a:lnTo>
                  <a:cubicBezTo>
                    <a:pt x="4120" y="5465"/>
                    <a:pt x="4073" y="5358"/>
                    <a:pt x="4073" y="5251"/>
                  </a:cubicBezTo>
                  <a:cubicBezTo>
                    <a:pt x="4073" y="5132"/>
                    <a:pt x="4120" y="5025"/>
                    <a:pt x="4204" y="4953"/>
                  </a:cubicBezTo>
                  <a:lnTo>
                    <a:pt x="5680" y="3739"/>
                  </a:lnTo>
                  <a:cubicBezTo>
                    <a:pt x="5749" y="3676"/>
                    <a:pt x="5836" y="3645"/>
                    <a:pt x="5923" y="3645"/>
                  </a:cubicBezTo>
                  <a:close/>
                  <a:moveTo>
                    <a:pt x="9052" y="3645"/>
                  </a:moveTo>
                  <a:cubicBezTo>
                    <a:pt x="9138" y="3645"/>
                    <a:pt x="9226" y="3676"/>
                    <a:pt x="9300" y="3739"/>
                  </a:cubicBezTo>
                  <a:lnTo>
                    <a:pt x="10764" y="4953"/>
                  </a:lnTo>
                  <a:cubicBezTo>
                    <a:pt x="10859" y="5025"/>
                    <a:pt x="10907" y="5132"/>
                    <a:pt x="10907" y="5251"/>
                  </a:cubicBezTo>
                  <a:cubicBezTo>
                    <a:pt x="10907" y="5358"/>
                    <a:pt x="10859" y="5465"/>
                    <a:pt x="10764" y="5537"/>
                  </a:cubicBezTo>
                  <a:lnTo>
                    <a:pt x="9300" y="6763"/>
                  </a:lnTo>
                  <a:cubicBezTo>
                    <a:pt x="9228" y="6823"/>
                    <a:pt x="9145" y="6846"/>
                    <a:pt x="9050" y="6846"/>
                  </a:cubicBezTo>
                  <a:cubicBezTo>
                    <a:pt x="8943" y="6846"/>
                    <a:pt x="8835" y="6811"/>
                    <a:pt x="8764" y="6716"/>
                  </a:cubicBezTo>
                  <a:cubicBezTo>
                    <a:pt x="8621" y="6549"/>
                    <a:pt x="8645" y="6311"/>
                    <a:pt x="8812" y="6180"/>
                  </a:cubicBezTo>
                  <a:lnTo>
                    <a:pt x="9931" y="5251"/>
                  </a:lnTo>
                  <a:lnTo>
                    <a:pt x="8812" y="4322"/>
                  </a:lnTo>
                  <a:cubicBezTo>
                    <a:pt x="8645" y="4191"/>
                    <a:pt x="8621" y="3941"/>
                    <a:pt x="8764" y="3787"/>
                  </a:cubicBezTo>
                  <a:cubicBezTo>
                    <a:pt x="8837" y="3694"/>
                    <a:pt x="8943" y="3645"/>
                    <a:pt x="9052" y="3645"/>
                  </a:cubicBezTo>
                  <a:close/>
                  <a:moveTo>
                    <a:pt x="8186" y="2449"/>
                  </a:moveTo>
                  <a:cubicBezTo>
                    <a:pt x="8224" y="2449"/>
                    <a:pt x="8262" y="2454"/>
                    <a:pt x="8300" y="2465"/>
                  </a:cubicBezTo>
                  <a:cubicBezTo>
                    <a:pt x="8502" y="2513"/>
                    <a:pt x="8609" y="2727"/>
                    <a:pt x="8562" y="2929"/>
                  </a:cubicBezTo>
                  <a:lnTo>
                    <a:pt x="7157" y="7775"/>
                  </a:lnTo>
                  <a:cubicBezTo>
                    <a:pt x="7109" y="7942"/>
                    <a:pt x="6954" y="8049"/>
                    <a:pt x="6787" y="8049"/>
                  </a:cubicBezTo>
                  <a:cubicBezTo>
                    <a:pt x="6752" y="8049"/>
                    <a:pt x="6716" y="8049"/>
                    <a:pt x="6680" y="8037"/>
                  </a:cubicBezTo>
                  <a:cubicBezTo>
                    <a:pt x="6478" y="7978"/>
                    <a:pt x="6359" y="7763"/>
                    <a:pt x="6418" y="7561"/>
                  </a:cubicBezTo>
                  <a:lnTo>
                    <a:pt x="7823" y="2715"/>
                  </a:lnTo>
                  <a:cubicBezTo>
                    <a:pt x="7872" y="2550"/>
                    <a:pt x="8023" y="2449"/>
                    <a:pt x="8186" y="2449"/>
                  </a:cubicBezTo>
                  <a:close/>
                  <a:moveTo>
                    <a:pt x="7442" y="0"/>
                  </a:moveTo>
                  <a:cubicBezTo>
                    <a:pt x="6121" y="0"/>
                    <a:pt x="4799" y="417"/>
                    <a:pt x="3716" y="1167"/>
                  </a:cubicBezTo>
                  <a:cubicBezTo>
                    <a:pt x="2561" y="1965"/>
                    <a:pt x="1751" y="3084"/>
                    <a:pt x="1370" y="4394"/>
                  </a:cubicBezTo>
                  <a:cubicBezTo>
                    <a:pt x="1227" y="4906"/>
                    <a:pt x="1144" y="5334"/>
                    <a:pt x="1084" y="5715"/>
                  </a:cubicBezTo>
                  <a:cubicBezTo>
                    <a:pt x="942" y="6501"/>
                    <a:pt x="834" y="7073"/>
                    <a:pt x="215" y="7989"/>
                  </a:cubicBezTo>
                  <a:cubicBezTo>
                    <a:pt x="49" y="8228"/>
                    <a:pt x="1" y="8466"/>
                    <a:pt x="60" y="8680"/>
                  </a:cubicBezTo>
                  <a:cubicBezTo>
                    <a:pt x="156" y="9025"/>
                    <a:pt x="477" y="9168"/>
                    <a:pt x="739" y="9287"/>
                  </a:cubicBezTo>
                  <a:cubicBezTo>
                    <a:pt x="834" y="9323"/>
                    <a:pt x="977" y="9394"/>
                    <a:pt x="1013" y="9430"/>
                  </a:cubicBezTo>
                  <a:cubicBezTo>
                    <a:pt x="1168" y="9633"/>
                    <a:pt x="1156" y="10180"/>
                    <a:pt x="1144" y="10656"/>
                  </a:cubicBezTo>
                  <a:cubicBezTo>
                    <a:pt x="1132" y="11347"/>
                    <a:pt x="1108" y="12061"/>
                    <a:pt x="1453" y="12585"/>
                  </a:cubicBezTo>
                  <a:cubicBezTo>
                    <a:pt x="1930" y="13300"/>
                    <a:pt x="2668" y="13312"/>
                    <a:pt x="3263" y="13312"/>
                  </a:cubicBezTo>
                  <a:cubicBezTo>
                    <a:pt x="3966" y="13323"/>
                    <a:pt x="4287" y="13323"/>
                    <a:pt x="4359" y="14097"/>
                  </a:cubicBezTo>
                  <a:cubicBezTo>
                    <a:pt x="4359" y="14121"/>
                    <a:pt x="4359" y="14205"/>
                    <a:pt x="4359" y="14276"/>
                  </a:cubicBezTo>
                  <a:cubicBezTo>
                    <a:pt x="4382" y="14788"/>
                    <a:pt x="4394" y="14859"/>
                    <a:pt x="4418" y="14931"/>
                  </a:cubicBezTo>
                  <a:cubicBezTo>
                    <a:pt x="4466" y="15086"/>
                    <a:pt x="4609" y="15181"/>
                    <a:pt x="4763" y="15181"/>
                  </a:cubicBezTo>
                  <a:lnTo>
                    <a:pt x="11312" y="15181"/>
                  </a:lnTo>
                  <a:cubicBezTo>
                    <a:pt x="11443" y="15181"/>
                    <a:pt x="11562" y="15121"/>
                    <a:pt x="11621" y="15014"/>
                  </a:cubicBezTo>
                  <a:cubicBezTo>
                    <a:pt x="11693" y="14907"/>
                    <a:pt x="11705" y="14764"/>
                    <a:pt x="11645" y="14657"/>
                  </a:cubicBezTo>
                  <a:cubicBezTo>
                    <a:pt x="10824" y="12942"/>
                    <a:pt x="11490" y="11192"/>
                    <a:pt x="12217" y="9335"/>
                  </a:cubicBezTo>
                  <a:cubicBezTo>
                    <a:pt x="12645" y="8204"/>
                    <a:pt x="13098" y="7037"/>
                    <a:pt x="13193" y="5846"/>
                  </a:cubicBezTo>
                  <a:cubicBezTo>
                    <a:pt x="13312" y="4489"/>
                    <a:pt x="12943" y="3287"/>
                    <a:pt x="12062" y="2191"/>
                  </a:cubicBezTo>
                  <a:cubicBezTo>
                    <a:pt x="10931" y="774"/>
                    <a:pt x="9288" y="0"/>
                    <a:pt x="7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708515" y="3527263"/>
            <a:ext cx="2123455" cy="1031200"/>
            <a:chOff x="708515" y="3527263"/>
            <a:chExt cx="2123455" cy="1031200"/>
          </a:xfrm>
        </p:grpSpPr>
        <p:sp>
          <p:nvSpPr>
            <p:cNvPr id="388" name="Google Shape;388;p34"/>
            <p:cNvSpPr/>
            <p:nvPr/>
          </p:nvSpPr>
          <p:spPr>
            <a:xfrm flipH="1">
              <a:off x="1606272" y="3923030"/>
              <a:ext cx="291204" cy="239668"/>
            </a:xfrm>
            <a:custGeom>
              <a:avLst/>
              <a:gdLst/>
              <a:ahLst/>
              <a:cxnLst/>
              <a:rect l="l" t="t" r="r" b="b"/>
              <a:pathLst>
                <a:path w="5323" h="2347" extrusionOk="0">
                  <a:moveTo>
                    <a:pt x="1" y="1"/>
                  </a:moveTo>
                  <a:lnTo>
                    <a:pt x="1" y="2346"/>
                  </a:lnTo>
                  <a:lnTo>
                    <a:pt x="5323" y="2346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2" name="Google Shape;402;p34"/>
            <p:cNvSpPr/>
            <p:nvPr/>
          </p:nvSpPr>
          <p:spPr>
            <a:xfrm rot="10800000" flipH="1">
              <a:off x="1800770" y="3527263"/>
              <a:ext cx="1031200" cy="103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7" name="Google Shape;407;p34"/>
            <p:cNvSpPr/>
            <p:nvPr/>
          </p:nvSpPr>
          <p:spPr>
            <a:xfrm flipH="1">
              <a:off x="994151" y="3527263"/>
              <a:ext cx="651819" cy="239597"/>
            </a:xfrm>
            <a:custGeom>
              <a:avLst/>
              <a:gdLst/>
              <a:ahLst/>
              <a:cxnLst/>
              <a:rect l="l" t="t" r="r" b="b"/>
              <a:pathLst>
                <a:path w="21766" h="2346" extrusionOk="0">
                  <a:moveTo>
                    <a:pt x="1" y="0"/>
                  </a:moveTo>
                  <a:lnTo>
                    <a:pt x="1" y="2346"/>
                  </a:lnTo>
                  <a:lnTo>
                    <a:pt x="21765" y="2346"/>
                  </a:lnTo>
                  <a:lnTo>
                    <a:pt x="217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8" name="Google Shape;408;p34"/>
            <p:cNvSpPr/>
            <p:nvPr/>
          </p:nvSpPr>
          <p:spPr>
            <a:xfrm flipH="1">
              <a:off x="708515" y="3923030"/>
              <a:ext cx="760223" cy="239668"/>
            </a:xfrm>
            <a:custGeom>
              <a:avLst/>
              <a:gdLst/>
              <a:ahLst/>
              <a:cxnLst/>
              <a:rect l="l" t="t" r="r" b="b"/>
              <a:pathLst>
                <a:path w="46995" h="2347" extrusionOk="0">
                  <a:moveTo>
                    <a:pt x="0" y="1"/>
                  </a:moveTo>
                  <a:lnTo>
                    <a:pt x="0" y="2346"/>
                  </a:lnTo>
                  <a:lnTo>
                    <a:pt x="46994" y="2346"/>
                  </a:lnTo>
                  <a:lnTo>
                    <a:pt x="469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9" name="Google Shape;409;p34"/>
            <p:cNvSpPr/>
            <p:nvPr/>
          </p:nvSpPr>
          <p:spPr>
            <a:xfrm flipH="1">
              <a:off x="1192578" y="4319997"/>
              <a:ext cx="431859" cy="238465"/>
            </a:xfrm>
            <a:custGeom>
              <a:avLst/>
              <a:gdLst/>
              <a:ahLst/>
              <a:cxnLst/>
              <a:rect l="l" t="t" r="r" b="b"/>
              <a:pathLst>
                <a:path w="12098" h="2335" extrusionOk="0">
                  <a:moveTo>
                    <a:pt x="1" y="1"/>
                  </a:moveTo>
                  <a:lnTo>
                    <a:pt x="1" y="2335"/>
                  </a:lnTo>
                  <a:lnTo>
                    <a:pt x="12098" y="233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1" name="Google Shape;7299;p65"/>
            <p:cNvGrpSpPr/>
            <p:nvPr/>
          </p:nvGrpSpPr>
          <p:grpSpPr>
            <a:xfrm>
              <a:off x="2091973" y="3820621"/>
              <a:ext cx="444923" cy="444484"/>
              <a:chOff x="1742965" y="1502959"/>
              <a:chExt cx="333692" cy="333363"/>
            </a:xfrm>
            <a:solidFill>
              <a:schemeClr val="bg1"/>
            </a:solidFill>
          </p:grpSpPr>
          <p:sp>
            <p:nvSpPr>
              <p:cNvPr id="62" name="Google Shape;7300;p65"/>
              <p:cNvSpPr/>
              <p:nvPr/>
            </p:nvSpPr>
            <p:spPr>
              <a:xfrm>
                <a:off x="1742965" y="1502959"/>
                <a:ext cx="333692" cy="333363"/>
              </a:xfrm>
              <a:custGeom>
                <a:avLst/>
                <a:gdLst/>
                <a:ahLst/>
                <a:cxnLst/>
                <a:rect l="l" t="t" r="r" b="b"/>
                <a:pathLst>
                  <a:path w="22287" h="22265" extrusionOk="0">
                    <a:moveTo>
                      <a:pt x="11143" y="0"/>
                    </a:moveTo>
                    <a:cubicBezTo>
                      <a:pt x="4983" y="0"/>
                      <a:pt x="1" y="4121"/>
                      <a:pt x="1" y="9188"/>
                    </a:cubicBezTo>
                    <a:cubicBezTo>
                      <a:pt x="1" y="13708"/>
                      <a:pt x="3974" y="17450"/>
                      <a:pt x="9209" y="18207"/>
                    </a:cubicBezTo>
                    <a:cubicBezTo>
                      <a:pt x="9335" y="19700"/>
                      <a:pt x="8831" y="21151"/>
                      <a:pt x="7843" y="22265"/>
                    </a:cubicBezTo>
                    <a:cubicBezTo>
                      <a:pt x="10324" y="22265"/>
                      <a:pt x="12468" y="20604"/>
                      <a:pt x="13099" y="18207"/>
                    </a:cubicBezTo>
                    <a:cubicBezTo>
                      <a:pt x="18313" y="17450"/>
                      <a:pt x="22286" y="13687"/>
                      <a:pt x="22286" y="9188"/>
                    </a:cubicBezTo>
                    <a:cubicBezTo>
                      <a:pt x="22265" y="4121"/>
                      <a:pt x="17283" y="0"/>
                      <a:pt x="1114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3" name="Google Shape;7301;p65"/>
              <p:cNvSpPr/>
              <p:nvPr/>
            </p:nvSpPr>
            <p:spPr>
              <a:xfrm>
                <a:off x="1854719" y="1629492"/>
                <a:ext cx="22040" cy="21740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452" extrusionOk="0">
                    <a:moveTo>
                      <a:pt x="736" y="1"/>
                    </a:moveTo>
                    <a:cubicBezTo>
                      <a:pt x="337" y="1"/>
                      <a:pt x="0" y="316"/>
                      <a:pt x="0" y="716"/>
                    </a:cubicBezTo>
                    <a:cubicBezTo>
                      <a:pt x="0" y="1136"/>
                      <a:pt x="337" y="1452"/>
                      <a:pt x="736" y="1452"/>
                    </a:cubicBezTo>
                    <a:cubicBezTo>
                      <a:pt x="1136" y="1452"/>
                      <a:pt x="1472" y="1136"/>
                      <a:pt x="1472" y="716"/>
                    </a:cubicBezTo>
                    <a:cubicBezTo>
                      <a:pt x="1472" y="316"/>
                      <a:pt x="1136" y="1"/>
                      <a:pt x="736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4" name="Google Shape;7302;p65"/>
              <p:cNvSpPr/>
              <p:nvPr/>
            </p:nvSpPr>
            <p:spPr>
              <a:xfrm>
                <a:off x="1898783" y="1629492"/>
                <a:ext cx="22054" cy="21740"/>
              </a:xfrm>
              <a:custGeom>
                <a:avLst/>
                <a:gdLst/>
                <a:ahLst/>
                <a:cxnLst/>
                <a:rect l="l" t="t" r="r" b="b"/>
                <a:pathLst>
                  <a:path w="1473" h="1452" extrusionOk="0">
                    <a:moveTo>
                      <a:pt x="736" y="1"/>
                    </a:moveTo>
                    <a:cubicBezTo>
                      <a:pt x="316" y="1"/>
                      <a:pt x="1" y="316"/>
                      <a:pt x="1" y="716"/>
                    </a:cubicBezTo>
                    <a:cubicBezTo>
                      <a:pt x="1" y="1136"/>
                      <a:pt x="316" y="1452"/>
                      <a:pt x="736" y="1452"/>
                    </a:cubicBezTo>
                    <a:cubicBezTo>
                      <a:pt x="1136" y="1452"/>
                      <a:pt x="1472" y="1136"/>
                      <a:pt x="1472" y="716"/>
                    </a:cubicBezTo>
                    <a:cubicBezTo>
                      <a:pt x="1472" y="316"/>
                      <a:pt x="1136" y="1"/>
                      <a:pt x="736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5" name="Google Shape;7303;p65"/>
              <p:cNvSpPr/>
              <p:nvPr/>
            </p:nvSpPr>
            <p:spPr>
              <a:xfrm>
                <a:off x="1942863" y="1629492"/>
                <a:ext cx="21725" cy="2174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452" extrusionOk="0">
                    <a:moveTo>
                      <a:pt x="715" y="1"/>
                    </a:moveTo>
                    <a:cubicBezTo>
                      <a:pt x="315" y="1"/>
                      <a:pt x="0" y="316"/>
                      <a:pt x="0" y="716"/>
                    </a:cubicBezTo>
                    <a:cubicBezTo>
                      <a:pt x="0" y="1136"/>
                      <a:pt x="315" y="1452"/>
                      <a:pt x="715" y="1452"/>
                    </a:cubicBezTo>
                    <a:cubicBezTo>
                      <a:pt x="1135" y="1452"/>
                      <a:pt x="1451" y="1136"/>
                      <a:pt x="1451" y="716"/>
                    </a:cubicBezTo>
                    <a:cubicBezTo>
                      <a:pt x="1451" y="316"/>
                      <a:pt x="1135" y="1"/>
                      <a:pt x="715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" name="Groupe 15"/>
          <p:cNvGrpSpPr/>
          <p:nvPr/>
        </p:nvGrpSpPr>
        <p:grpSpPr>
          <a:xfrm>
            <a:off x="708584" y="5207728"/>
            <a:ext cx="2123386" cy="1031200"/>
            <a:chOff x="708584" y="5207728"/>
            <a:chExt cx="2123386" cy="1031200"/>
          </a:xfrm>
        </p:grpSpPr>
        <p:sp>
          <p:nvSpPr>
            <p:cNvPr id="54" name="Google Shape;389;p34"/>
            <p:cNvSpPr/>
            <p:nvPr/>
          </p:nvSpPr>
          <p:spPr>
            <a:xfrm flipH="1">
              <a:off x="1465589" y="5603495"/>
              <a:ext cx="431884" cy="239668"/>
            </a:xfrm>
            <a:custGeom>
              <a:avLst/>
              <a:gdLst/>
              <a:ahLst/>
              <a:cxnLst/>
              <a:rect l="l" t="t" r="r" b="b"/>
              <a:pathLst>
                <a:path w="46995" h="2347" extrusionOk="0">
                  <a:moveTo>
                    <a:pt x="0" y="1"/>
                  </a:moveTo>
                  <a:lnTo>
                    <a:pt x="0" y="2346"/>
                  </a:lnTo>
                  <a:lnTo>
                    <a:pt x="46994" y="2346"/>
                  </a:lnTo>
                  <a:lnTo>
                    <a:pt x="469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5" name="Google Shape;392;p34"/>
            <p:cNvSpPr/>
            <p:nvPr/>
          </p:nvSpPr>
          <p:spPr>
            <a:xfrm flipH="1">
              <a:off x="872185" y="6000462"/>
              <a:ext cx="628652" cy="238465"/>
            </a:xfrm>
            <a:custGeom>
              <a:avLst/>
              <a:gdLst/>
              <a:ahLst/>
              <a:cxnLst/>
              <a:rect l="l" t="t" r="r" b="b"/>
              <a:pathLst>
                <a:path w="12098" h="2335" extrusionOk="0">
                  <a:moveTo>
                    <a:pt x="1" y="1"/>
                  </a:moveTo>
                  <a:lnTo>
                    <a:pt x="1" y="2335"/>
                  </a:lnTo>
                  <a:lnTo>
                    <a:pt x="12098" y="2335"/>
                  </a:lnTo>
                  <a:lnTo>
                    <a:pt x="12098" y="1"/>
                  </a:lnTo>
                  <a:close/>
                </a:path>
              </a:pathLst>
            </a:custGeom>
            <a:solidFill>
              <a:srgbClr val="FFFFFF">
                <a:alpha val="313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Google Shape;393;p34"/>
            <p:cNvSpPr/>
            <p:nvPr/>
          </p:nvSpPr>
          <p:spPr>
            <a:xfrm rot="-5400000" flipH="1">
              <a:off x="1800770" y="5207728"/>
              <a:ext cx="1031200" cy="1031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410;p34"/>
            <p:cNvSpPr/>
            <p:nvPr/>
          </p:nvSpPr>
          <p:spPr>
            <a:xfrm flipH="1">
              <a:off x="708584" y="5207728"/>
              <a:ext cx="937389" cy="239597"/>
            </a:xfrm>
            <a:custGeom>
              <a:avLst/>
              <a:gdLst/>
              <a:ahLst/>
              <a:cxnLst/>
              <a:rect l="l" t="t" r="r" b="b"/>
              <a:pathLst>
                <a:path w="21766" h="2346" extrusionOk="0">
                  <a:moveTo>
                    <a:pt x="1" y="0"/>
                  </a:moveTo>
                  <a:lnTo>
                    <a:pt x="1" y="2346"/>
                  </a:lnTo>
                  <a:lnTo>
                    <a:pt x="21765" y="2346"/>
                  </a:lnTo>
                  <a:lnTo>
                    <a:pt x="217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411;p34"/>
            <p:cNvSpPr/>
            <p:nvPr/>
          </p:nvSpPr>
          <p:spPr>
            <a:xfrm flipH="1">
              <a:off x="1067042" y="5604062"/>
              <a:ext cx="238421" cy="239668"/>
            </a:xfrm>
            <a:custGeom>
              <a:avLst/>
              <a:gdLst/>
              <a:ahLst/>
              <a:cxnLst/>
              <a:rect l="l" t="t" r="r" b="b"/>
              <a:pathLst>
                <a:path w="46995" h="2347" extrusionOk="0">
                  <a:moveTo>
                    <a:pt x="0" y="1"/>
                  </a:moveTo>
                  <a:lnTo>
                    <a:pt x="0" y="2346"/>
                  </a:lnTo>
                  <a:lnTo>
                    <a:pt x="46994" y="2346"/>
                  </a:lnTo>
                  <a:lnTo>
                    <a:pt x="469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6" name="Groupe 65"/>
            <p:cNvGrpSpPr/>
            <p:nvPr/>
          </p:nvGrpSpPr>
          <p:grpSpPr>
            <a:xfrm>
              <a:off x="2036147" y="5447325"/>
              <a:ext cx="527165" cy="512138"/>
              <a:chOff x="4772213" y="3899485"/>
              <a:chExt cx="527165" cy="512138"/>
            </a:xfrm>
          </p:grpSpPr>
          <p:sp>
            <p:nvSpPr>
              <p:cNvPr id="67" name="Google Shape;8214;p66"/>
              <p:cNvSpPr/>
              <p:nvPr/>
            </p:nvSpPr>
            <p:spPr>
              <a:xfrm>
                <a:off x="4772213" y="3899485"/>
                <a:ext cx="527165" cy="512138"/>
              </a:xfrm>
              <a:custGeom>
                <a:avLst/>
                <a:gdLst/>
                <a:ahLst/>
                <a:cxnLst/>
                <a:rect l="l" t="t" r="r" b="b"/>
                <a:pathLst>
                  <a:path w="9878" h="9877" extrusionOk="0">
                    <a:moveTo>
                      <a:pt x="4633" y="0"/>
                    </a:moveTo>
                    <a:cubicBezTo>
                      <a:pt x="4422" y="0"/>
                      <a:pt x="4231" y="154"/>
                      <a:pt x="4193" y="355"/>
                    </a:cubicBezTo>
                    <a:lnTo>
                      <a:pt x="3963" y="1474"/>
                    </a:lnTo>
                    <a:cubicBezTo>
                      <a:pt x="3695" y="1560"/>
                      <a:pt x="3427" y="1666"/>
                      <a:pt x="3178" y="1809"/>
                    </a:cubicBezTo>
                    <a:lnTo>
                      <a:pt x="2221" y="1168"/>
                    </a:lnTo>
                    <a:cubicBezTo>
                      <a:pt x="2149" y="1120"/>
                      <a:pt x="2066" y="1097"/>
                      <a:pt x="1982" y="1097"/>
                    </a:cubicBezTo>
                    <a:cubicBezTo>
                      <a:pt x="1864" y="1097"/>
                      <a:pt x="1746" y="1142"/>
                      <a:pt x="1657" y="1225"/>
                    </a:cubicBezTo>
                    <a:lnTo>
                      <a:pt x="1226" y="1666"/>
                    </a:lnTo>
                    <a:cubicBezTo>
                      <a:pt x="1073" y="1809"/>
                      <a:pt x="1054" y="2049"/>
                      <a:pt x="1169" y="2230"/>
                    </a:cubicBezTo>
                    <a:lnTo>
                      <a:pt x="1800" y="3178"/>
                    </a:lnTo>
                    <a:cubicBezTo>
                      <a:pt x="1666" y="3427"/>
                      <a:pt x="1551" y="3695"/>
                      <a:pt x="1475" y="3972"/>
                    </a:cubicBezTo>
                    <a:lnTo>
                      <a:pt x="355" y="4192"/>
                    </a:lnTo>
                    <a:cubicBezTo>
                      <a:pt x="145" y="4240"/>
                      <a:pt x="1" y="4422"/>
                      <a:pt x="1" y="4632"/>
                    </a:cubicBezTo>
                    <a:lnTo>
                      <a:pt x="1" y="5245"/>
                    </a:lnTo>
                    <a:cubicBezTo>
                      <a:pt x="1" y="5456"/>
                      <a:pt x="145" y="5637"/>
                      <a:pt x="355" y="5685"/>
                    </a:cubicBezTo>
                    <a:lnTo>
                      <a:pt x="1475" y="5905"/>
                    </a:lnTo>
                    <a:cubicBezTo>
                      <a:pt x="1551" y="6183"/>
                      <a:pt x="1666" y="6451"/>
                      <a:pt x="1800" y="6700"/>
                    </a:cubicBezTo>
                    <a:lnTo>
                      <a:pt x="1169" y="7647"/>
                    </a:lnTo>
                    <a:cubicBezTo>
                      <a:pt x="1054" y="7829"/>
                      <a:pt x="1073" y="8068"/>
                      <a:pt x="1226" y="8221"/>
                    </a:cubicBezTo>
                    <a:lnTo>
                      <a:pt x="1657" y="8652"/>
                    </a:lnTo>
                    <a:cubicBezTo>
                      <a:pt x="1744" y="8739"/>
                      <a:pt x="1860" y="8783"/>
                      <a:pt x="1975" y="8783"/>
                    </a:cubicBezTo>
                    <a:cubicBezTo>
                      <a:pt x="2061" y="8783"/>
                      <a:pt x="2147" y="8759"/>
                      <a:pt x="2221" y="8709"/>
                    </a:cubicBezTo>
                    <a:lnTo>
                      <a:pt x="3178" y="8068"/>
                    </a:lnTo>
                    <a:cubicBezTo>
                      <a:pt x="3427" y="8212"/>
                      <a:pt x="3695" y="8327"/>
                      <a:pt x="3963" y="8403"/>
                    </a:cubicBezTo>
                    <a:lnTo>
                      <a:pt x="4193" y="9523"/>
                    </a:lnTo>
                    <a:cubicBezTo>
                      <a:pt x="4231" y="9724"/>
                      <a:pt x="4422" y="9877"/>
                      <a:pt x="4633" y="9877"/>
                    </a:cubicBezTo>
                    <a:lnTo>
                      <a:pt x="5245" y="9877"/>
                    </a:lnTo>
                    <a:cubicBezTo>
                      <a:pt x="5456" y="9877"/>
                      <a:pt x="5638" y="9724"/>
                      <a:pt x="5686" y="9523"/>
                    </a:cubicBezTo>
                    <a:lnTo>
                      <a:pt x="5906" y="8403"/>
                    </a:lnTo>
                    <a:cubicBezTo>
                      <a:pt x="6183" y="8327"/>
                      <a:pt x="6451" y="8212"/>
                      <a:pt x="6700" y="8068"/>
                    </a:cubicBezTo>
                    <a:lnTo>
                      <a:pt x="7648" y="8709"/>
                    </a:lnTo>
                    <a:cubicBezTo>
                      <a:pt x="7726" y="8759"/>
                      <a:pt x="7814" y="8783"/>
                      <a:pt x="7901" y="8783"/>
                    </a:cubicBezTo>
                    <a:cubicBezTo>
                      <a:pt x="8017" y="8783"/>
                      <a:pt x="8130" y="8739"/>
                      <a:pt x="8212" y="8652"/>
                    </a:cubicBezTo>
                    <a:lnTo>
                      <a:pt x="8643" y="8221"/>
                    </a:lnTo>
                    <a:cubicBezTo>
                      <a:pt x="8796" y="8068"/>
                      <a:pt x="8825" y="7829"/>
                      <a:pt x="8700" y="7647"/>
                    </a:cubicBezTo>
                    <a:lnTo>
                      <a:pt x="8069" y="6700"/>
                    </a:lnTo>
                    <a:cubicBezTo>
                      <a:pt x="8212" y="6451"/>
                      <a:pt x="8318" y="6183"/>
                      <a:pt x="8394" y="5905"/>
                    </a:cubicBezTo>
                    <a:lnTo>
                      <a:pt x="9514" y="5685"/>
                    </a:lnTo>
                    <a:cubicBezTo>
                      <a:pt x="9724" y="5637"/>
                      <a:pt x="9878" y="5456"/>
                      <a:pt x="9878" y="5245"/>
                    </a:cubicBezTo>
                    <a:lnTo>
                      <a:pt x="9878" y="4632"/>
                    </a:lnTo>
                    <a:cubicBezTo>
                      <a:pt x="9878" y="4422"/>
                      <a:pt x="9724" y="4240"/>
                      <a:pt x="9514" y="4192"/>
                    </a:cubicBezTo>
                    <a:lnTo>
                      <a:pt x="8394" y="3972"/>
                    </a:lnTo>
                    <a:cubicBezTo>
                      <a:pt x="8318" y="3695"/>
                      <a:pt x="8212" y="3427"/>
                      <a:pt x="8069" y="3178"/>
                    </a:cubicBezTo>
                    <a:lnTo>
                      <a:pt x="8700" y="2230"/>
                    </a:lnTo>
                    <a:cubicBezTo>
                      <a:pt x="8825" y="2049"/>
                      <a:pt x="8796" y="1809"/>
                      <a:pt x="8643" y="1666"/>
                    </a:cubicBezTo>
                    <a:lnTo>
                      <a:pt x="8212" y="1225"/>
                    </a:lnTo>
                    <a:cubicBezTo>
                      <a:pt x="8129" y="1142"/>
                      <a:pt x="8013" y="1097"/>
                      <a:pt x="7894" y="1097"/>
                    </a:cubicBezTo>
                    <a:cubicBezTo>
                      <a:pt x="7809" y="1097"/>
                      <a:pt x="7724" y="1120"/>
                      <a:pt x="7648" y="1168"/>
                    </a:cubicBezTo>
                    <a:lnTo>
                      <a:pt x="6700" y="1809"/>
                    </a:lnTo>
                    <a:cubicBezTo>
                      <a:pt x="6451" y="1666"/>
                      <a:pt x="6183" y="1560"/>
                      <a:pt x="5906" y="1474"/>
                    </a:cubicBezTo>
                    <a:lnTo>
                      <a:pt x="5686" y="355"/>
                    </a:lnTo>
                    <a:cubicBezTo>
                      <a:pt x="5638" y="154"/>
                      <a:pt x="5456" y="0"/>
                      <a:pt x="5245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8" name="Google Shape;8215;p66"/>
              <p:cNvSpPr/>
              <p:nvPr/>
            </p:nvSpPr>
            <p:spPr>
              <a:xfrm>
                <a:off x="4881029" y="4042906"/>
                <a:ext cx="270254" cy="225347"/>
              </a:xfrm>
              <a:custGeom>
                <a:avLst/>
                <a:gdLst/>
                <a:ahLst/>
                <a:cxnLst/>
                <a:rect l="l" t="t" r="r" b="b"/>
                <a:pathLst>
                  <a:path w="5064" h="4346" extrusionOk="0">
                    <a:moveTo>
                      <a:pt x="2900" y="0"/>
                    </a:moveTo>
                    <a:cubicBezTo>
                      <a:pt x="967" y="0"/>
                      <a:pt x="0" y="2335"/>
                      <a:pt x="1359" y="3704"/>
                    </a:cubicBezTo>
                    <a:cubicBezTo>
                      <a:pt x="1802" y="4147"/>
                      <a:pt x="2347" y="4345"/>
                      <a:pt x="2880" y="4345"/>
                    </a:cubicBezTo>
                    <a:cubicBezTo>
                      <a:pt x="3995" y="4345"/>
                      <a:pt x="5063" y="3480"/>
                      <a:pt x="5063" y="2173"/>
                    </a:cubicBezTo>
                    <a:cubicBezTo>
                      <a:pt x="5063" y="976"/>
                      <a:pt x="4097" y="0"/>
                      <a:pt x="2900" y="0"/>
                    </a:cubicBezTo>
                    <a:close/>
                  </a:path>
                </a:pathLst>
              </a:cu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9" name="Google Shape;8216;p66"/>
              <p:cNvSpPr/>
              <p:nvPr/>
            </p:nvSpPr>
            <p:spPr>
              <a:xfrm>
                <a:off x="4958681" y="4099943"/>
                <a:ext cx="134380" cy="111532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151" extrusionOk="0">
                    <a:moveTo>
                      <a:pt x="1445" y="1"/>
                    </a:moveTo>
                    <a:cubicBezTo>
                      <a:pt x="479" y="1"/>
                      <a:pt x="0" y="1159"/>
                      <a:pt x="680" y="1838"/>
                    </a:cubicBezTo>
                    <a:cubicBezTo>
                      <a:pt x="898" y="2054"/>
                      <a:pt x="1167" y="2151"/>
                      <a:pt x="1430" y="2151"/>
                    </a:cubicBezTo>
                    <a:cubicBezTo>
                      <a:pt x="1985" y="2151"/>
                      <a:pt x="2517" y="1722"/>
                      <a:pt x="2517" y="1073"/>
                    </a:cubicBezTo>
                    <a:cubicBezTo>
                      <a:pt x="2517" y="479"/>
                      <a:pt x="2039" y="1"/>
                      <a:pt x="1445" y="1"/>
                    </a:cubicBezTo>
                    <a:close/>
                  </a:path>
                </a:pathLst>
              </a:custGeom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542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6"/>
          <p:cNvSpPr/>
          <p:nvPr/>
        </p:nvSpPr>
        <p:spPr>
          <a:xfrm>
            <a:off x="0" y="1859359"/>
            <a:ext cx="4139961" cy="206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5" name="Google Shape;695;p46"/>
          <p:cNvSpPr txBox="1">
            <a:spLocks noGrp="1"/>
          </p:cNvSpPr>
          <p:nvPr>
            <p:ph type="ctrTitle" idx="4294967295"/>
          </p:nvPr>
        </p:nvSpPr>
        <p:spPr>
          <a:xfrm flipH="1">
            <a:off x="5039617" y="1634673"/>
            <a:ext cx="1544229" cy="338166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r>
              <a:rPr lang="fr-FR" sz="2933" dirty="0" smtClean="0">
                <a:solidFill>
                  <a:schemeClr val="tx2"/>
                </a:solidFill>
              </a:rPr>
              <a:t>Before</a:t>
            </a:r>
            <a:endParaRPr sz="2933" dirty="0">
              <a:solidFill>
                <a:schemeClr val="tx2"/>
              </a:solidFill>
            </a:endParaRPr>
          </a:p>
        </p:txBody>
      </p:sp>
      <p:sp>
        <p:nvSpPr>
          <p:cNvPr id="701" name="Google Shape;701;p46"/>
          <p:cNvSpPr txBox="1">
            <a:spLocks noGrp="1"/>
          </p:cNvSpPr>
          <p:nvPr>
            <p:ph type="ctrTitle" idx="4294967295"/>
          </p:nvPr>
        </p:nvSpPr>
        <p:spPr>
          <a:xfrm flipH="1">
            <a:off x="4776152" y="3812477"/>
            <a:ext cx="1370057" cy="463807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r>
              <a:rPr lang="fr-FR" sz="2933" dirty="0" smtClean="0">
                <a:solidFill>
                  <a:schemeClr val="dk2"/>
                </a:solidFill>
              </a:rPr>
              <a:t>After</a:t>
            </a:r>
            <a:endParaRPr sz="2933" dirty="0">
              <a:solidFill>
                <a:schemeClr val="dk2"/>
              </a:solidFill>
            </a:endParaRPr>
          </a:p>
        </p:txBody>
      </p:sp>
      <p:sp>
        <p:nvSpPr>
          <p:cNvPr id="703" name="Google Shape;703;p46"/>
          <p:cNvSpPr/>
          <p:nvPr/>
        </p:nvSpPr>
        <p:spPr>
          <a:xfrm>
            <a:off x="1" y="3127049"/>
            <a:ext cx="1261236" cy="225181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4" name="Google Shape;704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837" y="2616968"/>
            <a:ext cx="3433725" cy="5292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r"/>
            <a:r>
              <a:rPr lang="fr-FR" sz="4000" dirty="0">
                <a:solidFill>
                  <a:schemeClr val="dk1"/>
                </a:solidFill>
              </a:rPr>
              <a:t>Clean Code </a:t>
            </a:r>
            <a:r>
              <a:rPr lang="fr-FR" sz="4000" dirty="0" err="1">
                <a:solidFill>
                  <a:schemeClr val="dk1"/>
                </a:solidFill>
              </a:rPr>
              <a:t>Principles</a:t>
            </a:r>
            <a:endParaRPr sz="4000" dirty="0">
              <a:solidFill>
                <a:schemeClr val="dk1"/>
              </a:solidFill>
            </a:endParaRPr>
          </a:p>
        </p:txBody>
      </p:sp>
      <p:sp>
        <p:nvSpPr>
          <p:cNvPr id="705" name="Google Shape;705;p46"/>
          <p:cNvSpPr/>
          <p:nvPr/>
        </p:nvSpPr>
        <p:spPr>
          <a:xfrm flipH="1">
            <a:off x="1553967" y="4115702"/>
            <a:ext cx="2763075" cy="178489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6" name="Google Shape;706;p46"/>
          <p:cNvSpPr/>
          <p:nvPr/>
        </p:nvSpPr>
        <p:spPr>
          <a:xfrm flipH="1">
            <a:off x="7333" y="4115693"/>
            <a:ext cx="1370390" cy="178525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7" name="Google Shape;707;p46"/>
          <p:cNvSpPr/>
          <p:nvPr/>
        </p:nvSpPr>
        <p:spPr>
          <a:xfrm flipH="1">
            <a:off x="1598289" y="4411294"/>
            <a:ext cx="2020843" cy="178525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8" name="Google Shape;708;p46"/>
          <p:cNvSpPr/>
          <p:nvPr/>
        </p:nvSpPr>
        <p:spPr>
          <a:xfrm flipH="1">
            <a:off x="1598302" y="4411294"/>
            <a:ext cx="587375" cy="178525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09" name="Google Shape;709;p46"/>
          <p:cNvSpPr/>
          <p:nvPr/>
        </p:nvSpPr>
        <p:spPr>
          <a:xfrm flipH="1">
            <a:off x="7340" y="4411294"/>
            <a:ext cx="685204" cy="178525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0" name="Google Shape;710;p46"/>
          <p:cNvSpPr/>
          <p:nvPr/>
        </p:nvSpPr>
        <p:spPr>
          <a:xfrm flipH="1">
            <a:off x="1244917" y="4411294"/>
            <a:ext cx="158181" cy="17852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1" name="Google Shape;711;p46"/>
          <p:cNvSpPr/>
          <p:nvPr/>
        </p:nvSpPr>
        <p:spPr>
          <a:xfrm flipH="1">
            <a:off x="961190" y="4411294"/>
            <a:ext cx="158181" cy="178525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2" name="Google Shape;712;p46"/>
          <p:cNvSpPr/>
          <p:nvPr/>
        </p:nvSpPr>
        <p:spPr>
          <a:xfrm flipH="1">
            <a:off x="7344" y="4706897"/>
            <a:ext cx="158163" cy="178525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13" name="Google Shape;713;p46"/>
          <p:cNvSpPr/>
          <p:nvPr/>
        </p:nvSpPr>
        <p:spPr>
          <a:xfrm flipH="1">
            <a:off x="329223" y="4706897"/>
            <a:ext cx="1615401" cy="178525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714" name="Google Shape;714;p46"/>
          <p:cNvCxnSpPr/>
          <p:nvPr/>
        </p:nvCxnSpPr>
        <p:spPr>
          <a:xfrm flipV="1">
            <a:off x="4060905" y="2051292"/>
            <a:ext cx="2362956" cy="885013"/>
          </a:xfrm>
          <a:prstGeom prst="bentConnector3">
            <a:avLst>
              <a:gd name="adj1" fmla="val 4196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7" name="Google Shape;717;p46"/>
          <p:cNvCxnSpPr/>
          <p:nvPr/>
        </p:nvCxnSpPr>
        <p:spPr>
          <a:xfrm>
            <a:off x="4134102" y="3496286"/>
            <a:ext cx="1624423" cy="854945"/>
          </a:xfrm>
          <a:prstGeom prst="bentConnector3">
            <a:avLst>
              <a:gd name="adj1" fmla="val 3300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Rectangle 2"/>
          <p:cNvSpPr/>
          <p:nvPr/>
        </p:nvSpPr>
        <p:spPr>
          <a:xfrm>
            <a:off x="6923406" y="1593491"/>
            <a:ext cx="3398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def</a:t>
            </a:r>
            <a:r>
              <a:rPr lang="fr-FR" sz="2400" dirty="0">
                <a:solidFill>
                  <a:srgbClr val="00B050"/>
                </a:solidFill>
              </a:rPr>
              <a:t> </a:t>
            </a:r>
            <a:r>
              <a:rPr lang="fr-FR" sz="2400" dirty="0">
                <a:solidFill>
                  <a:srgbClr val="FF0000"/>
                </a:solidFill>
              </a:rPr>
              <a:t>c</a:t>
            </a:r>
            <a:r>
              <a:rPr lang="fr-FR" sz="2400" dirty="0">
                <a:solidFill>
                  <a:schemeClr val="bg1"/>
                </a:solidFill>
              </a:rPr>
              <a:t>(</a:t>
            </a:r>
            <a:r>
              <a:rPr lang="fr-FR" sz="2400" dirty="0" err="1">
                <a:solidFill>
                  <a:schemeClr val="bg1"/>
                </a:solidFill>
              </a:rPr>
              <a:t>x,y</a:t>
            </a:r>
            <a:r>
              <a:rPr lang="fr-FR" sz="2400" dirty="0">
                <a:solidFill>
                  <a:schemeClr val="bg1"/>
                </a:solidFill>
              </a:rPr>
              <a:t>):z=</a:t>
            </a:r>
            <a:r>
              <a:rPr lang="fr-FR" sz="2400" dirty="0" err="1">
                <a:solidFill>
                  <a:schemeClr val="bg1"/>
                </a:solidFill>
              </a:rPr>
              <a:t>x+y;</a:t>
            </a:r>
            <a:r>
              <a:rPr lang="fr-FR" sz="2400" dirty="0" err="1">
                <a:solidFill>
                  <a:srgbClr val="FFC000"/>
                </a:solidFill>
              </a:rPr>
              <a:t>print</a:t>
            </a:r>
            <a:r>
              <a:rPr lang="fr-FR" sz="2400" dirty="0">
                <a:solidFill>
                  <a:schemeClr val="bg1"/>
                </a:solidFill>
              </a:rPr>
              <a:t>(z)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442" y="401132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def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calculate_sum</a:t>
            </a:r>
            <a:r>
              <a:rPr lang="fr-FR" sz="2400" dirty="0">
                <a:solidFill>
                  <a:schemeClr val="bg1"/>
                </a:solidFill>
              </a:rPr>
              <a:t>(num1, num2):</a:t>
            </a:r>
          </a:p>
          <a:p>
            <a:r>
              <a:rPr lang="fr-FR" sz="2400" dirty="0">
                <a:solidFill>
                  <a:schemeClr val="bg1"/>
                </a:solidFill>
              </a:rPr>
              <a:t>    </a:t>
            </a:r>
            <a:r>
              <a:rPr lang="fr-FR" sz="2400" dirty="0">
                <a:solidFill>
                  <a:srgbClr val="00B050"/>
                </a:solidFill>
              </a:rPr>
              <a:t>"""Return the </a:t>
            </a:r>
            <a:r>
              <a:rPr lang="fr-FR" sz="2400" dirty="0" err="1">
                <a:solidFill>
                  <a:srgbClr val="00B050"/>
                </a:solidFill>
              </a:rPr>
              <a:t>sum</a:t>
            </a:r>
            <a:r>
              <a:rPr lang="fr-FR" sz="2400" dirty="0">
                <a:solidFill>
                  <a:srgbClr val="00B050"/>
                </a:solidFill>
              </a:rPr>
              <a:t> of </a:t>
            </a:r>
            <a:r>
              <a:rPr lang="fr-FR" sz="2400" dirty="0" err="1">
                <a:solidFill>
                  <a:srgbClr val="00B050"/>
                </a:solidFill>
              </a:rPr>
              <a:t>two</a:t>
            </a:r>
            <a:r>
              <a:rPr lang="fr-FR" sz="2400" dirty="0">
                <a:solidFill>
                  <a:srgbClr val="00B050"/>
                </a:solidFill>
              </a:rPr>
              <a:t> </a:t>
            </a:r>
            <a:r>
              <a:rPr lang="fr-FR" sz="2400" dirty="0" err="1">
                <a:solidFill>
                  <a:srgbClr val="00B050"/>
                </a:solidFill>
              </a:rPr>
              <a:t>numbers</a:t>
            </a:r>
            <a:r>
              <a:rPr lang="fr-FR" sz="2400" dirty="0">
                <a:solidFill>
                  <a:srgbClr val="00B050"/>
                </a:solidFill>
              </a:rPr>
              <a:t>."""</a:t>
            </a:r>
          </a:p>
          <a:p>
            <a:r>
              <a:rPr lang="fr-FR" sz="2400" dirty="0">
                <a:solidFill>
                  <a:schemeClr val="bg1"/>
                </a:solidFill>
              </a:rPr>
              <a:t>    </a:t>
            </a:r>
            <a:r>
              <a:rPr lang="fr-FR" sz="2400" dirty="0" err="1">
                <a:solidFill>
                  <a:schemeClr val="bg1"/>
                </a:solidFill>
              </a:rPr>
              <a:t>result</a:t>
            </a:r>
            <a:r>
              <a:rPr lang="fr-FR" sz="2400" dirty="0">
                <a:solidFill>
                  <a:schemeClr val="bg1"/>
                </a:solidFill>
              </a:rPr>
              <a:t> = num1 + num2</a:t>
            </a:r>
          </a:p>
          <a:p>
            <a:r>
              <a:rPr lang="fr-FR" sz="2400" dirty="0">
                <a:solidFill>
                  <a:schemeClr val="bg1"/>
                </a:solidFill>
              </a:rPr>
              <a:t>    </a:t>
            </a:r>
            <a:r>
              <a:rPr lang="fr-FR" sz="2400" dirty="0" err="1">
                <a:solidFill>
                  <a:srgbClr val="FFC000"/>
                </a:solidFill>
              </a:rPr>
              <a:t>print</a:t>
            </a:r>
            <a:r>
              <a:rPr lang="fr-FR" sz="2400" dirty="0">
                <a:solidFill>
                  <a:schemeClr val="bg1"/>
                </a:solidFill>
              </a:rPr>
              <a:t>(</a:t>
            </a:r>
            <a:r>
              <a:rPr lang="fr-FR" sz="2400" dirty="0" err="1">
                <a:solidFill>
                  <a:schemeClr val="bg1"/>
                </a:solidFill>
              </a:rPr>
              <a:t>result</a:t>
            </a:r>
            <a:r>
              <a:rPr lang="fr-FR"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4102" y="0"/>
            <a:ext cx="80578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1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9"/>
          <p:cNvSpPr txBox="1">
            <a:spLocks noGrp="1"/>
          </p:cNvSpPr>
          <p:nvPr>
            <p:ph type="title"/>
          </p:nvPr>
        </p:nvSpPr>
        <p:spPr>
          <a:xfrm>
            <a:off x="7251700" y="1557767"/>
            <a:ext cx="4165600" cy="89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Requirements</a:t>
            </a:r>
            <a:r>
              <a:rPr lang="fr-F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56543" y="3028002"/>
            <a:ext cx="63334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list to store tasks.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function to add a new task.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function to view tasks. 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 </a:t>
            </a: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while loop to keep the program running.</a:t>
            </a:r>
            <a:endParaRPr lang="fr-FR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771" name="Groupe 770"/>
          <p:cNvGrpSpPr/>
          <p:nvPr/>
        </p:nvGrpSpPr>
        <p:grpSpPr>
          <a:xfrm>
            <a:off x="1535503" y="483079"/>
            <a:ext cx="2501660" cy="1500996"/>
            <a:chOff x="1535503" y="483079"/>
            <a:chExt cx="2501660" cy="1500996"/>
          </a:xfrm>
        </p:grpSpPr>
        <p:sp>
          <p:nvSpPr>
            <p:cNvPr id="6" name="Rectangle à coins arrondis 5"/>
            <p:cNvSpPr/>
            <p:nvPr/>
          </p:nvSpPr>
          <p:spPr>
            <a:xfrm>
              <a:off x="1535503" y="483079"/>
              <a:ext cx="2501660" cy="1500996"/>
            </a:xfrm>
            <a:prstGeom prst="round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1733910" y="589811"/>
              <a:ext cx="2104845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While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fr-FR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</a:t>
              </a:r>
              <a:r>
                <a:rPr lang="fr-FR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rue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fr-FR" dirty="0" smtClean="0">
                  <a:solidFill>
                    <a:schemeClr val="bg1"/>
                  </a:solidFill>
                </a:rPr>
                <a:t>(Menu)</a:t>
              </a:r>
            </a:p>
            <a:p>
              <a:pPr>
                <a:lnSpc>
                  <a:spcPct val="150000"/>
                </a:lnSpc>
              </a:pPr>
              <a:r>
                <a:rPr lang="fr-FR" dirty="0" smtClean="0">
                  <a:solidFill>
                    <a:schemeClr val="bg1"/>
                  </a:solidFill>
                </a:rPr>
                <a:t>-</a:t>
              </a:r>
              <a:r>
                <a:rPr lang="fr-FR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Add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fr-FR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Task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fr-FR" dirty="0" smtClean="0">
                  <a:solidFill>
                    <a:schemeClr val="bg1"/>
                  </a:solidFill>
                </a:rPr>
                <a:t>-</a:t>
              </a:r>
              <a:r>
                <a:rPr lang="fr-FR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View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fr-FR" dirty="0" err="1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Tasks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 </a:t>
              </a:r>
              <a:endParaRPr lang="fr-FR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772" name="Groupe 771"/>
          <p:cNvGrpSpPr/>
          <p:nvPr/>
        </p:nvGrpSpPr>
        <p:grpSpPr>
          <a:xfrm>
            <a:off x="279427" y="2777706"/>
            <a:ext cx="1661516" cy="1756707"/>
            <a:chOff x="279427" y="2777706"/>
            <a:chExt cx="1661516" cy="1756707"/>
          </a:xfrm>
        </p:grpSpPr>
        <p:sp>
          <p:nvSpPr>
            <p:cNvPr id="118" name="Rectangle à coins arrondis 117"/>
            <p:cNvSpPr/>
            <p:nvPr/>
          </p:nvSpPr>
          <p:spPr>
            <a:xfrm>
              <a:off x="279427" y="2782488"/>
              <a:ext cx="1619749" cy="1751925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362309" y="2777706"/>
              <a:ext cx="1578634" cy="170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dirty="0" err="1">
                  <a:solidFill>
                    <a:schemeClr val="bg1"/>
                  </a:solidFill>
                </a:rPr>
                <a:t>a</a:t>
              </a:r>
              <a:r>
                <a:rPr lang="fr-FR" dirty="0" err="1" smtClean="0">
                  <a:solidFill>
                    <a:schemeClr val="bg1"/>
                  </a:solidFill>
                </a:rPr>
                <a:t>dd-task</a:t>
              </a:r>
              <a:r>
                <a:rPr lang="fr-FR" dirty="0" smtClean="0">
                  <a:solidFill>
                    <a:schemeClr val="bg1"/>
                  </a:solidFill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fr-FR" dirty="0" err="1" smtClean="0">
                  <a:solidFill>
                    <a:schemeClr val="bg1"/>
                  </a:solidFill>
                </a:rPr>
                <a:t>Adds</a:t>
              </a:r>
              <a:r>
                <a:rPr lang="fr-FR" dirty="0" smtClean="0">
                  <a:solidFill>
                    <a:schemeClr val="bg1"/>
                  </a:solidFill>
                </a:rPr>
                <a:t> </a:t>
              </a:r>
              <a:r>
                <a:rPr lang="fr-FR" dirty="0" smtClean="0">
                  <a:solidFill>
                    <a:srgbClr val="FFC000"/>
                  </a:solidFill>
                </a:rPr>
                <a:t>new</a:t>
              </a:r>
              <a:r>
                <a:rPr lang="fr-FR" dirty="0" smtClean="0">
                  <a:solidFill>
                    <a:schemeClr val="bg1"/>
                  </a:solidFill>
                </a:rPr>
                <a:t> </a:t>
              </a:r>
              <a:r>
                <a:rPr lang="fr-FR" dirty="0" err="1" smtClean="0">
                  <a:solidFill>
                    <a:schemeClr val="bg1"/>
                  </a:solidFill>
                </a:rPr>
                <a:t>tasks</a:t>
              </a:r>
              <a:r>
                <a:rPr lang="fr-FR" dirty="0" smtClean="0">
                  <a:solidFill>
                    <a:schemeClr val="bg1"/>
                  </a:solidFill>
                </a:rPr>
                <a:t> 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to</a:t>
              </a:r>
            </a:p>
            <a:p>
              <a:pPr>
                <a:lnSpc>
                  <a:spcPct val="150000"/>
                </a:lnSpc>
              </a:pPr>
              <a:r>
                <a:rPr lang="fr-FR" dirty="0" err="1">
                  <a:solidFill>
                    <a:schemeClr val="bg1"/>
                  </a:solidFill>
                </a:rPr>
                <a:t>t</a:t>
              </a:r>
              <a:r>
                <a:rPr lang="fr-FR" dirty="0" err="1" smtClean="0">
                  <a:solidFill>
                    <a:schemeClr val="bg1"/>
                  </a:solidFill>
                </a:rPr>
                <a:t>asks</a:t>
              </a:r>
              <a:r>
                <a:rPr lang="fr-FR" dirty="0" smtClean="0">
                  <a:solidFill>
                    <a:schemeClr val="bg1"/>
                  </a:solidFill>
                </a:rPr>
                <a:t> </a:t>
              </a:r>
              <a:r>
                <a:rPr lang="fr-FR" dirty="0" err="1" smtClean="0">
                  <a:solidFill>
                    <a:schemeClr val="bg1"/>
                  </a:solidFill>
                </a:rPr>
                <a:t>list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Groupe 95"/>
          <p:cNvGrpSpPr/>
          <p:nvPr/>
        </p:nvGrpSpPr>
        <p:grpSpPr>
          <a:xfrm>
            <a:off x="3233705" y="2889298"/>
            <a:ext cx="1656034" cy="1500996"/>
            <a:chOff x="3233705" y="2889298"/>
            <a:chExt cx="1656034" cy="1500996"/>
          </a:xfrm>
        </p:grpSpPr>
        <p:sp>
          <p:nvSpPr>
            <p:cNvPr id="116" name="Rectangle à coins arrondis 115"/>
            <p:cNvSpPr/>
            <p:nvPr/>
          </p:nvSpPr>
          <p:spPr>
            <a:xfrm>
              <a:off x="3233705" y="2889298"/>
              <a:ext cx="1619749" cy="1500996"/>
            </a:xfrm>
            <a:prstGeom prst="round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3336984" y="2932431"/>
              <a:ext cx="1552755" cy="128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dirty="0" err="1" smtClean="0">
                  <a:solidFill>
                    <a:schemeClr val="bg1"/>
                  </a:solidFill>
                </a:rPr>
                <a:t>View-tasks</a:t>
              </a:r>
              <a:r>
                <a:rPr lang="fr-FR" dirty="0" smtClean="0">
                  <a:solidFill>
                    <a:schemeClr val="bg1"/>
                  </a:solidFill>
                </a:rPr>
                <a:t>()</a:t>
              </a:r>
            </a:p>
            <a:p>
              <a:pPr>
                <a:lnSpc>
                  <a:spcPct val="150000"/>
                </a:lnSpc>
              </a:pPr>
              <a:r>
                <a:rPr lang="fr-FR" dirty="0" smtClean="0">
                  <a:solidFill>
                    <a:schemeClr val="bg1"/>
                  </a:solidFill>
                </a:rPr>
                <a:t>Displays </a:t>
              </a:r>
              <a:r>
                <a:rPr lang="fr-FR" dirty="0" smtClean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all</a:t>
              </a:r>
              <a:r>
                <a:rPr lang="fr-FR" dirty="0" smtClean="0">
                  <a:solidFill>
                    <a:schemeClr val="bg1"/>
                  </a:solidFill>
                </a:rPr>
                <a:t> </a:t>
              </a:r>
              <a:r>
                <a:rPr lang="fr-FR" dirty="0" err="1" smtClean="0">
                  <a:solidFill>
                    <a:schemeClr val="bg1"/>
                  </a:solidFill>
                </a:rPr>
                <a:t>tasks</a:t>
              </a:r>
              <a:endParaRPr lang="fr-FR" dirty="0" smtClean="0">
                <a:solidFill>
                  <a:schemeClr val="bg1"/>
                </a:solidFill>
              </a:endParaRPr>
            </a:p>
          </p:txBody>
        </p:sp>
      </p:grpSp>
      <p:cxnSp>
        <p:nvCxnSpPr>
          <p:cNvPr id="88" name="Google Shape;714;p46"/>
          <p:cNvCxnSpPr>
            <a:stCxn id="110" idx="2"/>
            <a:endCxn id="6" idx="3"/>
          </p:cNvCxnSpPr>
          <p:nvPr/>
        </p:nvCxnSpPr>
        <p:spPr>
          <a:xfrm rot="10800000">
            <a:off x="4037164" y="1233577"/>
            <a:ext cx="1561971" cy="3300836"/>
          </a:xfrm>
          <a:prstGeom prst="bentConnector3">
            <a:avLst>
              <a:gd name="adj1" fmla="val 22386"/>
            </a:avLst>
          </a:prstGeom>
          <a:noFill/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" name="Connecteur en angle 20"/>
          <p:cNvCxnSpPr/>
          <p:nvPr/>
        </p:nvCxnSpPr>
        <p:spPr>
          <a:xfrm>
            <a:off x="5262113" y="1557767"/>
            <a:ext cx="914400" cy="9144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/>
          <p:cNvSpPr/>
          <p:nvPr/>
        </p:nvSpPr>
        <p:spPr>
          <a:xfrm>
            <a:off x="5589918" y="3158794"/>
            <a:ext cx="287309" cy="2754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08" name="Ellipse 107"/>
          <p:cNvSpPr/>
          <p:nvPr/>
        </p:nvSpPr>
        <p:spPr>
          <a:xfrm>
            <a:off x="5599134" y="3565003"/>
            <a:ext cx="287309" cy="27541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2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5599134" y="3983129"/>
            <a:ext cx="287309" cy="2754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110" name="Ellipse 109"/>
          <p:cNvSpPr/>
          <p:nvPr/>
        </p:nvSpPr>
        <p:spPr>
          <a:xfrm>
            <a:off x="5599134" y="4396704"/>
            <a:ext cx="287309" cy="27541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4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13" name="Google Shape;714;p46"/>
          <p:cNvCxnSpPr>
            <a:stCxn id="109" idx="2"/>
            <a:endCxn id="8" idx="3"/>
          </p:cNvCxnSpPr>
          <p:nvPr/>
        </p:nvCxnSpPr>
        <p:spPr>
          <a:xfrm rot="10800000">
            <a:off x="4889740" y="3576198"/>
            <a:ext cx="709395" cy="544641"/>
          </a:xfrm>
          <a:prstGeom prst="bentConnector3">
            <a:avLst>
              <a:gd name="adj1" fmla="val 68414"/>
            </a:avLst>
          </a:pr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768" name="Groupe 767"/>
          <p:cNvGrpSpPr/>
          <p:nvPr/>
        </p:nvGrpSpPr>
        <p:grpSpPr>
          <a:xfrm>
            <a:off x="5404104" y="3682930"/>
            <a:ext cx="195030" cy="1099399"/>
            <a:chOff x="5404104" y="3682930"/>
            <a:chExt cx="195030" cy="1099399"/>
          </a:xfrm>
        </p:grpSpPr>
        <p:cxnSp>
          <p:nvCxnSpPr>
            <p:cNvPr id="78" name="Connecteur droit 77"/>
            <p:cNvCxnSpPr/>
            <p:nvPr/>
          </p:nvCxnSpPr>
          <p:spPr>
            <a:xfrm flipH="1">
              <a:off x="5404104" y="3692517"/>
              <a:ext cx="195030" cy="608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/>
            <p:cNvCxnSpPr/>
            <p:nvPr/>
          </p:nvCxnSpPr>
          <p:spPr>
            <a:xfrm flipH="1" flipV="1">
              <a:off x="5408707" y="3682930"/>
              <a:ext cx="574" cy="1099399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9" name="Google Shape;714;p46"/>
          <p:cNvCxnSpPr/>
          <p:nvPr/>
        </p:nvCxnSpPr>
        <p:spPr>
          <a:xfrm rot="10800000">
            <a:off x="1897815" y="3702712"/>
            <a:ext cx="3511466" cy="1079617"/>
          </a:xfrm>
          <a:prstGeom prst="bentConnector3">
            <a:avLst>
              <a:gd name="adj1" fmla="val 69728"/>
            </a:avLst>
          </a:prstGeom>
          <a:noFill/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773" name="Groupe 772"/>
          <p:cNvGrpSpPr/>
          <p:nvPr/>
        </p:nvGrpSpPr>
        <p:grpSpPr>
          <a:xfrm>
            <a:off x="1607663" y="5092342"/>
            <a:ext cx="1619749" cy="1500996"/>
            <a:chOff x="1976457" y="5063568"/>
            <a:chExt cx="1619749" cy="1500996"/>
          </a:xfrm>
        </p:grpSpPr>
        <p:sp>
          <p:nvSpPr>
            <p:cNvPr id="149" name="Rectangle à coins arrondis 148"/>
            <p:cNvSpPr/>
            <p:nvPr/>
          </p:nvSpPr>
          <p:spPr>
            <a:xfrm>
              <a:off x="1976457" y="5063568"/>
              <a:ext cx="1619749" cy="1500996"/>
            </a:xfrm>
            <a:prstGeom prst="round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72609" y="5318033"/>
              <a:ext cx="142359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dirty="0" err="1">
                  <a:solidFill>
                    <a:schemeClr val="bg1"/>
                  </a:solidFill>
                </a:rPr>
                <a:t>tasks</a:t>
              </a:r>
              <a:r>
                <a:rPr lang="fr-FR" dirty="0">
                  <a:solidFill>
                    <a:schemeClr val="bg1"/>
                  </a:solidFill>
                </a:rPr>
                <a:t> = [ ]  </a:t>
              </a:r>
              <a:endParaRPr lang="fr-FR" dirty="0" smtClean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fr-FR" dirty="0">
                  <a:solidFill>
                    <a:schemeClr val="bg1"/>
                  </a:solidFill>
                </a:rPr>
                <a:t>(</a:t>
              </a:r>
              <a:r>
                <a:rPr lang="fr-FR" dirty="0" smtClean="0">
                  <a:solidFill>
                    <a:schemeClr val="bg1"/>
                  </a:solidFill>
                </a:rPr>
                <a:t>Main List)</a:t>
              </a:r>
              <a:endParaRPr lang="fr-FR" dirty="0"/>
            </a:p>
          </p:txBody>
        </p:sp>
      </p:grpSp>
      <p:cxnSp>
        <p:nvCxnSpPr>
          <p:cNvPr id="150" name="Google Shape;714;p46"/>
          <p:cNvCxnSpPr>
            <a:stCxn id="27" idx="2"/>
            <a:endCxn id="149" idx="3"/>
          </p:cNvCxnSpPr>
          <p:nvPr/>
        </p:nvCxnSpPr>
        <p:spPr>
          <a:xfrm rot="10800000" flipV="1">
            <a:off x="3227412" y="3296502"/>
            <a:ext cx="2362506" cy="2546337"/>
          </a:xfrm>
          <a:prstGeom prst="bentConnector3">
            <a:avLst>
              <a:gd name="adj1" fmla="val 3047"/>
            </a:avLst>
          </a:pr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61" name="Google Shape;970;p58"/>
          <p:cNvGrpSpPr/>
          <p:nvPr/>
        </p:nvGrpSpPr>
        <p:grpSpPr>
          <a:xfrm>
            <a:off x="2541639" y="79022"/>
            <a:ext cx="386305" cy="315520"/>
            <a:chOff x="4727025" y="1332775"/>
            <a:chExt cx="59900" cy="69625"/>
          </a:xfrm>
        </p:grpSpPr>
        <p:sp>
          <p:nvSpPr>
            <p:cNvPr id="162" name="Google Shape;971;p58"/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bg2"/>
            </a:solidFill>
            <a:ln w="952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3" name="Google Shape;972;p58"/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64" name="Google Shape;8181;p66"/>
          <p:cNvGrpSpPr/>
          <p:nvPr/>
        </p:nvGrpSpPr>
        <p:grpSpPr>
          <a:xfrm>
            <a:off x="3848429" y="2632927"/>
            <a:ext cx="293933" cy="193114"/>
            <a:chOff x="3954432" y="2942999"/>
            <a:chExt cx="378249" cy="265909"/>
          </a:xfrm>
        </p:grpSpPr>
        <p:sp>
          <p:nvSpPr>
            <p:cNvPr id="165" name="Google Shape;8182;p66"/>
            <p:cNvSpPr/>
            <p:nvPr/>
          </p:nvSpPr>
          <p:spPr>
            <a:xfrm>
              <a:off x="3954432" y="2981207"/>
              <a:ext cx="378249" cy="227700"/>
            </a:xfrm>
            <a:custGeom>
              <a:avLst/>
              <a:gdLst/>
              <a:ahLst/>
              <a:cxnLst/>
              <a:rect l="l" t="t" r="r" b="b"/>
              <a:pathLst>
                <a:path w="14404" h="8671" extrusionOk="0">
                  <a:moveTo>
                    <a:pt x="7207" y="0"/>
                  </a:moveTo>
                  <a:cubicBezTo>
                    <a:pt x="6346" y="0"/>
                    <a:pt x="5054" y="546"/>
                    <a:pt x="3388" y="1637"/>
                  </a:cubicBezTo>
                  <a:cubicBezTo>
                    <a:pt x="2307" y="2345"/>
                    <a:pt x="1264" y="3110"/>
                    <a:pt x="259" y="3924"/>
                  </a:cubicBezTo>
                  <a:cubicBezTo>
                    <a:pt x="0" y="4134"/>
                    <a:pt x="0" y="4527"/>
                    <a:pt x="259" y="4747"/>
                  </a:cubicBezTo>
                  <a:cubicBezTo>
                    <a:pt x="1264" y="5560"/>
                    <a:pt x="2307" y="6326"/>
                    <a:pt x="3388" y="7034"/>
                  </a:cubicBezTo>
                  <a:cubicBezTo>
                    <a:pt x="5063" y="8125"/>
                    <a:pt x="6346" y="8671"/>
                    <a:pt x="7207" y="8671"/>
                  </a:cubicBezTo>
                  <a:cubicBezTo>
                    <a:pt x="8059" y="8671"/>
                    <a:pt x="9351" y="8116"/>
                    <a:pt x="11025" y="7034"/>
                  </a:cubicBezTo>
                  <a:cubicBezTo>
                    <a:pt x="12107" y="6326"/>
                    <a:pt x="13150" y="5560"/>
                    <a:pt x="14145" y="4747"/>
                  </a:cubicBezTo>
                  <a:cubicBezTo>
                    <a:pt x="14404" y="4536"/>
                    <a:pt x="14404" y="4134"/>
                    <a:pt x="14145" y="3924"/>
                  </a:cubicBezTo>
                  <a:cubicBezTo>
                    <a:pt x="13150" y="3110"/>
                    <a:pt x="12107" y="2345"/>
                    <a:pt x="11025" y="1637"/>
                  </a:cubicBezTo>
                  <a:cubicBezTo>
                    <a:pt x="9351" y="546"/>
                    <a:pt x="8059" y="0"/>
                    <a:pt x="7207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" name="Google Shape;8183;p66"/>
            <p:cNvSpPr/>
            <p:nvPr/>
          </p:nvSpPr>
          <p:spPr>
            <a:xfrm>
              <a:off x="3954432" y="2980944"/>
              <a:ext cx="208111" cy="227727"/>
            </a:xfrm>
            <a:custGeom>
              <a:avLst/>
              <a:gdLst/>
              <a:ahLst/>
              <a:cxnLst/>
              <a:rect l="l" t="t" r="r" b="b"/>
              <a:pathLst>
                <a:path w="7925" h="8672" extrusionOk="0">
                  <a:moveTo>
                    <a:pt x="7207" y="1"/>
                  </a:moveTo>
                  <a:cubicBezTo>
                    <a:pt x="6346" y="1"/>
                    <a:pt x="5063" y="556"/>
                    <a:pt x="3379" y="1637"/>
                  </a:cubicBezTo>
                  <a:cubicBezTo>
                    <a:pt x="2297" y="2345"/>
                    <a:pt x="1264" y="3111"/>
                    <a:pt x="259" y="3934"/>
                  </a:cubicBezTo>
                  <a:cubicBezTo>
                    <a:pt x="0" y="4144"/>
                    <a:pt x="0" y="4537"/>
                    <a:pt x="259" y="4747"/>
                  </a:cubicBezTo>
                  <a:cubicBezTo>
                    <a:pt x="1264" y="5561"/>
                    <a:pt x="2297" y="6326"/>
                    <a:pt x="3379" y="7044"/>
                  </a:cubicBezTo>
                  <a:cubicBezTo>
                    <a:pt x="5054" y="8126"/>
                    <a:pt x="6346" y="8671"/>
                    <a:pt x="7207" y="8671"/>
                  </a:cubicBezTo>
                  <a:cubicBezTo>
                    <a:pt x="7446" y="8671"/>
                    <a:pt x="7685" y="8633"/>
                    <a:pt x="7925" y="8575"/>
                  </a:cubicBezTo>
                  <a:cubicBezTo>
                    <a:pt x="7121" y="8374"/>
                    <a:pt x="6078" y="7858"/>
                    <a:pt x="4814" y="7044"/>
                  </a:cubicBezTo>
                  <a:cubicBezTo>
                    <a:pt x="3733" y="6326"/>
                    <a:pt x="2699" y="5570"/>
                    <a:pt x="1694" y="4747"/>
                  </a:cubicBezTo>
                  <a:cubicBezTo>
                    <a:pt x="1436" y="4537"/>
                    <a:pt x="1436" y="4144"/>
                    <a:pt x="1694" y="3934"/>
                  </a:cubicBezTo>
                  <a:cubicBezTo>
                    <a:pt x="2699" y="3111"/>
                    <a:pt x="3733" y="2345"/>
                    <a:pt x="4814" y="1637"/>
                  </a:cubicBezTo>
                  <a:cubicBezTo>
                    <a:pt x="6078" y="824"/>
                    <a:pt x="7121" y="307"/>
                    <a:pt x="7925" y="106"/>
                  </a:cubicBezTo>
                  <a:cubicBezTo>
                    <a:pt x="7685" y="39"/>
                    <a:pt x="7446" y="10"/>
                    <a:pt x="7207" y="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" name="Google Shape;8184;p66"/>
            <p:cNvSpPr/>
            <p:nvPr/>
          </p:nvSpPr>
          <p:spPr>
            <a:xfrm>
              <a:off x="4034604" y="3013270"/>
              <a:ext cx="190516" cy="163232"/>
            </a:xfrm>
            <a:custGeom>
              <a:avLst/>
              <a:gdLst/>
              <a:ahLst/>
              <a:cxnLst/>
              <a:rect l="l" t="t" r="r" b="b"/>
              <a:pathLst>
                <a:path w="7255" h="6216" extrusionOk="0">
                  <a:moveTo>
                    <a:pt x="4127" y="0"/>
                  </a:moveTo>
                  <a:cubicBezTo>
                    <a:pt x="3364" y="0"/>
                    <a:pt x="2587" y="283"/>
                    <a:pt x="1953" y="913"/>
                  </a:cubicBezTo>
                  <a:cubicBezTo>
                    <a:pt x="0" y="2866"/>
                    <a:pt x="1388" y="6215"/>
                    <a:pt x="4154" y="6215"/>
                  </a:cubicBezTo>
                  <a:cubicBezTo>
                    <a:pt x="5857" y="6206"/>
                    <a:pt x="7245" y="4818"/>
                    <a:pt x="7255" y="3105"/>
                  </a:cubicBezTo>
                  <a:cubicBezTo>
                    <a:pt x="7255" y="1239"/>
                    <a:pt x="5724" y="0"/>
                    <a:pt x="4127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" name="Google Shape;8185;p66"/>
            <p:cNvSpPr/>
            <p:nvPr/>
          </p:nvSpPr>
          <p:spPr>
            <a:xfrm>
              <a:off x="4062256" y="3013349"/>
              <a:ext cx="96768" cy="163101"/>
            </a:xfrm>
            <a:custGeom>
              <a:avLst/>
              <a:gdLst/>
              <a:ahLst/>
              <a:cxnLst/>
              <a:rect l="l" t="t" r="r" b="b"/>
              <a:pathLst>
                <a:path w="3685" h="6211" extrusionOk="0">
                  <a:moveTo>
                    <a:pt x="3088" y="0"/>
                  </a:moveTo>
                  <a:cubicBezTo>
                    <a:pt x="1418" y="0"/>
                    <a:pt x="0" y="1363"/>
                    <a:pt x="0" y="3102"/>
                  </a:cubicBezTo>
                  <a:cubicBezTo>
                    <a:pt x="0" y="4852"/>
                    <a:pt x="1423" y="6210"/>
                    <a:pt x="3097" y="6210"/>
                  </a:cubicBezTo>
                  <a:cubicBezTo>
                    <a:pt x="3290" y="6210"/>
                    <a:pt x="3487" y="6192"/>
                    <a:pt x="3685" y="6155"/>
                  </a:cubicBezTo>
                  <a:cubicBezTo>
                    <a:pt x="2230" y="5868"/>
                    <a:pt x="1177" y="4585"/>
                    <a:pt x="1177" y="3102"/>
                  </a:cubicBezTo>
                  <a:cubicBezTo>
                    <a:pt x="1177" y="1618"/>
                    <a:pt x="2230" y="346"/>
                    <a:pt x="3685" y="58"/>
                  </a:cubicBezTo>
                  <a:cubicBezTo>
                    <a:pt x="3483" y="19"/>
                    <a:pt x="3284" y="0"/>
                    <a:pt x="3088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" name="Google Shape;8186;p66"/>
            <p:cNvSpPr/>
            <p:nvPr/>
          </p:nvSpPr>
          <p:spPr>
            <a:xfrm>
              <a:off x="4088647" y="3053763"/>
              <a:ext cx="96007" cy="82273"/>
            </a:xfrm>
            <a:custGeom>
              <a:avLst/>
              <a:gdLst/>
              <a:ahLst/>
              <a:cxnLst/>
              <a:rect l="l" t="t" r="r" b="b"/>
              <a:pathLst>
                <a:path w="3656" h="3133" extrusionOk="0">
                  <a:moveTo>
                    <a:pt x="2081" y="1"/>
                  </a:moveTo>
                  <a:cubicBezTo>
                    <a:pt x="1697" y="1"/>
                    <a:pt x="1305" y="143"/>
                    <a:pt x="986" y="462"/>
                  </a:cubicBezTo>
                  <a:cubicBezTo>
                    <a:pt x="0" y="1448"/>
                    <a:pt x="699" y="3132"/>
                    <a:pt x="2096" y="3132"/>
                  </a:cubicBezTo>
                  <a:cubicBezTo>
                    <a:pt x="2957" y="3132"/>
                    <a:pt x="3656" y="2434"/>
                    <a:pt x="3656" y="1563"/>
                  </a:cubicBezTo>
                  <a:cubicBezTo>
                    <a:pt x="3656" y="624"/>
                    <a:pt x="2885" y="1"/>
                    <a:pt x="2081" y="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" name="Google Shape;8187;p66"/>
            <p:cNvSpPr/>
            <p:nvPr/>
          </p:nvSpPr>
          <p:spPr>
            <a:xfrm>
              <a:off x="4102696" y="3053868"/>
              <a:ext cx="57089" cy="82246"/>
            </a:xfrm>
            <a:custGeom>
              <a:avLst/>
              <a:gdLst/>
              <a:ahLst/>
              <a:cxnLst/>
              <a:rect l="l" t="t" r="r" b="b"/>
              <a:pathLst>
                <a:path w="2174" h="3132" extrusionOk="0">
                  <a:moveTo>
                    <a:pt x="1567" y="1"/>
                  </a:moveTo>
                  <a:cubicBezTo>
                    <a:pt x="740" y="1"/>
                    <a:pt x="1" y="667"/>
                    <a:pt x="1" y="1568"/>
                  </a:cubicBezTo>
                  <a:cubicBezTo>
                    <a:pt x="1" y="2467"/>
                    <a:pt x="734" y="3131"/>
                    <a:pt x="1558" y="3131"/>
                  </a:cubicBezTo>
                  <a:cubicBezTo>
                    <a:pt x="1761" y="3131"/>
                    <a:pt x="1969" y="3091"/>
                    <a:pt x="2173" y="3004"/>
                  </a:cubicBezTo>
                  <a:cubicBezTo>
                    <a:pt x="1590" y="2765"/>
                    <a:pt x="1216" y="2190"/>
                    <a:pt x="1216" y="1559"/>
                  </a:cubicBezTo>
                  <a:cubicBezTo>
                    <a:pt x="1216" y="937"/>
                    <a:pt x="1590" y="372"/>
                    <a:pt x="2173" y="123"/>
                  </a:cubicBezTo>
                  <a:cubicBezTo>
                    <a:pt x="1972" y="39"/>
                    <a:pt x="1767" y="1"/>
                    <a:pt x="1567" y="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" name="Google Shape;8188;p66"/>
            <p:cNvSpPr/>
            <p:nvPr/>
          </p:nvSpPr>
          <p:spPr>
            <a:xfrm>
              <a:off x="4260807" y="2996411"/>
              <a:ext cx="38051" cy="26207"/>
            </a:xfrm>
            <a:custGeom>
              <a:avLst/>
              <a:gdLst/>
              <a:ahLst/>
              <a:cxnLst/>
              <a:rect l="l" t="t" r="r" b="b"/>
              <a:pathLst>
                <a:path w="1449" h="998" extrusionOk="0">
                  <a:moveTo>
                    <a:pt x="331" y="0"/>
                  </a:moveTo>
                  <a:cubicBezTo>
                    <a:pt x="136" y="0"/>
                    <a:pt x="0" y="272"/>
                    <a:pt x="201" y="416"/>
                  </a:cubicBezTo>
                  <a:cubicBezTo>
                    <a:pt x="440" y="579"/>
                    <a:pt x="698" y="761"/>
                    <a:pt x="957" y="943"/>
                  </a:cubicBezTo>
                  <a:cubicBezTo>
                    <a:pt x="1006" y="981"/>
                    <a:pt x="1057" y="998"/>
                    <a:pt x="1104" y="998"/>
                  </a:cubicBezTo>
                  <a:cubicBezTo>
                    <a:pt x="1304" y="998"/>
                    <a:pt x="1449" y="707"/>
                    <a:pt x="1225" y="560"/>
                  </a:cubicBezTo>
                  <a:cubicBezTo>
                    <a:pt x="966" y="378"/>
                    <a:pt x="708" y="196"/>
                    <a:pt x="449" y="34"/>
                  </a:cubicBezTo>
                  <a:cubicBezTo>
                    <a:pt x="409" y="10"/>
                    <a:pt x="369" y="0"/>
                    <a:pt x="33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" name="Google Shape;8189;p66"/>
            <p:cNvSpPr/>
            <p:nvPr/>
          </p:nvSpPr>
          <p:spPr>
            <a:xfrm>
              <a:off x="4020528" y="2942999"/>
              <a:ext cx="229381" cy="58323"/>
            </a:xfrm>
            <a:custGeom>
              <a:avLst/>
              <a:gdLst/>
              <a:ahLst/>
              <a:cxnLst/>
              <a:rect l="l" t="t" r="r" b="b"/>
              <a:pathLst>
                <a:path w="8735" h="2221" extrusionOk="0">
                  <a:moveTo>
                    <a:pt x="4690" y="0"/>
                  </a:moveTo>
                  <a:cubicBezTo>
                    <a:pt x="3551" y="0"/>
                    <a:pt x="2077" y="584"/>
                    <a:pt x="192" y="1790"/>
                  </a:cubicBezTo>
                  <a:cubicBezTo>
                    <a:pt x="0" y="1914"/>
                    <a:pt x="87" y="2211"/>
                    <a:pt x="316" y="2221"/>
                  </a:cubicBezTo>
                  <a:cubicBezTo>
                    <a:pt x="355" y="2211"/>
                    <a:pt x="402" y="2202"/>
                    <a:pt x="441" y="2182"/>
                  </a:cubicBezTo>
                  <a:cubicBezTo>
                    <a:pt x="2249" y="1024"/>
                    <a:pt x="3637" y="460"/>
                    <a:pt x="4680" y="460"/>
                  </a:cubicBezTo>
                  <a:cubicBezTo>
                    <a:pt x="5599" y="460"/>
                    <a:pt x="6767" y="890"/>
                    <a:pt x="8269" y="1780"/>
                  </a:cubicBezTo>
                  <a:cubicBezTo>
                    <a:pt x="8312" y="1805"/>
                    <a:pt x="8353" y="1815"/>
                    <a:pt x="8392" y="1815"/>
                  </a:cubicBezTo>
                  <a:cubicBezTo>
                    <a:pt x="8600" y="1815"/>
                    <a:pt x="8734" y="1515"/>
                    <a:pt x="8508" y="1379"/>
                  </a:cubicBezTo>
                  <a:cubicBezTo>
                    <a:pt x="6939" y="450"/>
                    <a:pt x="5685" y="0"/>
                    <a:pt x="4690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3" name="Google Shape;8190;p66"/>
            <p:cNvSpPr/>
            <p:nvPr/>
          </p:nvSpPr>
          <p:spPr>
            <a:xfrm>
              <a:off x="4153719" y="3056337"/>
              <a:ext cx="33193" cy="28440"/>
            </a:xfrm>
            <a:custGeom>
              <a:avLst/>
              <a:gdLst/>
              <a:ahLst/>
              <a:cxnLst/>
              <a:rect l="l" t="t" r="r" b="b"/>
              <a:pathLst>
                <a:path w="1264" h="1083" extrusionOk="0">
                  <a:moveTo>
                    <a:pt x="542" y="1"/>
                  </a:moveTo>
                  <a:cubicBezTo>
                    <a:pt x="266" y="1"/>
                    <a:pt x="1" y="217"/>
                    <a:pt x="1" y="546"/>
                  </a:cubicBezTo>
                  <a:cubicBezTo>
                    <a:pt x="1" y="843"/>
                    <a:pt x="240" y="1082"/>
                    <a:pt x="537" y="1082"/>
                  </a:cubicBezTo>
                  <a:cubicBezTo>
                    <a:pt x="1025" y="1082"/>
                    <a:pt x="1264" y="498"/>
                    <a:pt x="919" y="163"/>
                  </a:cubicBezTo>
                  <a:cubicBezTo>
                    <a:pt x="810" y="51"/>
                    <a:pt x="675" y="1"/>
                    <a:pt x="542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74" name="Google Shape;5669;p64"/>
          <p:cNvGrpSpPr/>
          <p:nvPr/>
        </p:nvGrpSpPr>
        <p:grpSpPr>
          <a:xfrm>
            <a:off x="2225881" y="4783985"/>
            <a:ext cx="315758" cy="221595"/>
            <a:chOff x="5221613" y="2784802"/>
            <a:chExt cx="406567" cy="327855"/>
          </a:xfrm>
        </p:grpSpPr>
        <p:sp>
          <p:nvSpPr>
            <p:cNvPr id="175" name="Google Shape;5670;p64"/>
            <p:cNvSpPr/>
            <p:nvPr/>
          </p:nvSpPr>
          <p:spPr>
            <a:xfrm>
              <a:off x="5221613" y="2811049"/>
              <a:ext cx="406567" cy="301608"/>
            </a:xfrm>
            <a:custGeom>
              <a:avLst/>
              <a:gdLst/>
              <a:ahLst/>
              <a:cxnLst/>
              <a:rect l="l" t="t" r="r" b="b"/>
              <a:pathLst>
                <a:path w="15475" h="11480" extrusionOk="0">
                  <a:moveTo>
                    <a:pt x="749" y="0"/>
                  </a:moveTo>
                  <a:cubicBezTo>
                    <a:pt x="340" y="0"/>
                    <a:pt x="0" y="333"/>
                    <a:pt x="0" y="749"/>
                  </a:cubicBezTo>
                  <a:lnTo>
                    <a:pt x="0" y="10730"/>
                  </a:lnTo>
                  <a:cubicBezTo>
                    <a:pt x="0" y="11140"/>
                    <a:pt x="340" y="11479"/>
                    <a:pt x="749" y="11479"/>
                  </a:cubicBezTo>
                  <a:lnTo>
                    <a:pt x="14726" y="11479"/>
                  </a:lnTo>
                  <a:cubicBezTo>
                    <a:pt x="15135" y="11479"/>
                    <a:pt x="15475" y="11140"/>
                    <a:pt x="15475" y="10730"/>
                  </a:cubicBezTo>
                  <a:lnTo>
                    <a:pt x="15475" y="749"/>
                  </a:lnTo>
                  <a:cubicBezTo>
                    <a:pt x="15475" y="333"/>
                    <a:pt x="15135" y="0"/>
                    <a:pt x="14726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6" name="Google Shape;5671;p64"/>
            <p:cNvSpPr/>
            <p:nvPr/>
          </p:nvSpPr>
          <p:spPr>
            <a:xfrm>
              <a:off x="5221613" y="2811049"/>
              <a:ext cx="406567" cy="39382"/>
            </a:xfrm>
            <a:custGeom>
              <a:avLst/>
              <a:gdLst/>
              <a:ahLst/>
              <a:cxnLst/>
              <a:rect l="l" t="t" r="r" b="b"/>
              <a:pathLst>
                <a:path w="15475" h="1499" extrusionOk="0">
                  <a:moveTo>
                    <a:pt x="749" y="0"/>
                  </a:moveTo>
                  <a:cubicBezTo>
                    <a:pt x="340" y="0"/>
                    <a:pt x="0" y="333"/>
                    <a:pt x="0" y="749"/>
                  </a:cubicBezTo>
                  <a:lnTo>
                    <a:pt x="0" y="1498"/>
                  </a:lnTo>
                  <a:lnTo>
                    <a:pt x="15475" y="1498"/>
                  </a:lnTo>
                  <a:lnTo>
                    <a:pt x="15475" y="749"/>
                  </a:lnTo>
                  <a:cubicBezTo>
                    <a:pt x="15475" y="333"/>
                    <a:pt x="15135" y="0"/>
                    <a:pt x="1472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" name="Google Shape;5672;p64"/>
            <p:cNvSpPr/>
            <p:nvPr/>
          </p:nvSpPr>
          <p:spPr>
            <a:xfrm>
              <a:off x="5247833" y="2811049"/>
              <a:ext cx="52519" cy="26246"/>
            </a:xfrm>
            <a:custGeom>
              <a:avLst/>
              <a:gdLst/>
              <a:ahLst/>
              <a:cxnLst/>
              <a:rect l="l" t="t" r="r" b="b"/>
              <a:pathLst>
                <a:path w="1999" h="999" extrusionOk="0">
                  <a:moveTo>
                    <a:pt x="1" y="0"/>
                  </a:moveTo>
                  <a:lnTo>
                    <a:pt x="1" y="250"/>
                  </a:lnTo>
                  <a:cubicBezTo>
                    <a:pt x="1" y="659"/>
                    <a:pt x="341" y="999"/>
                    <a:pt x="750" y="999"/>
                  </a:cubicBezTo>
                  <a:lnTo>
                    <a:pt x="1249" y="999"/>
                  </a:lnTo>
                  <a:cubicBezTo>
                    <a:pt x="1666" y="999"/>
                    <a:pt x="1999" y="659"/>
                    <a:pt x="1999" y="250"/>
                  </a:cubicBezTo>
                  <a:lnTo>
                    <a:pt x="1999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" name="Google Shape;5673;p64"/>
            <p:cNvSpPr/>
            <p:nvPr/>
          </p:nvSpPr>
          <p:spPr>
            <a:xfrm>
              <a:off x="5549441" y="2811049"/>
              <a:ext cx="52492" cy="26246"/>
            </a:xfrm>
            <a:custGeom>
              <a:avLst/>
              <a:gdLst/>
              <a:ahLst/>
              <a:cxnLst/>
              <a:rect l="l" t="t" r="r" b="b"/>
              <a:pathLst>
                <a:path w="1998" h="999" extrusionOk="0">
                  <a:moveTo>
                    <a:pt x="0" y="0"/>
                  </a:moveTo>
                  <a:lnTo>
                    <a:pt x="0" y="250"/>
                  </a:lnTo>
                  <a:cubicBezTo>
                    <a:pt x="0" y="659"/>
                    <a:pt x="333" y="999"/>
                    <a:pt x="749" y="999"/>
                  </a:cubicBezTo>
                  <a:lnTo>
                    <a:pt x="1249" y="999"/>
                  </a:lnTo>
                  <a:cubicBezTo>
                    <a:pt x="1658" y="999"/>
                    <a:pt x="1998" y="659"/>
                    <a:pt x="1998" y="250"/>
                  </a:cubicBezTo>
                  <a:lnTo>
                    <a:pt x="1998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" name="Google Shape;5674;p64"/>
            <p:cNvSpPr/>
            <p:nvPr/>
          </p:nvSpPr>
          <p:spPr>
            <a:xfrm>
              <a:off x="5260969" y="2784802"/>
              <a:ext cx="26272" cy="39382"/>
            </a:xfrm>
            <a:custGeom>
              <a:avLst/>
              <a:gdLst/>
              <a:ahLst/>
              <a:cxnLst/>
              <a:rect l="l" t="t" r="r" b="b"/>
              <a:pathLst>
                <a:path w="1000" h="1499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1249"/>
                  </a:lnTo>
                  <a:cubicBezTo>
                    <a:pt x="0" y="1381"/>
                    <a:pt x="111" y="1498"/>
                    <a:pt x="250" y="1498"/>
                  </a:cubicBezTo>
                  <a:lnTo>
                    <a:pt x="749" y="1498"/>
                  </a:lnTo>
                  <a:cubicBezTo>
                    <a:pt x="888" y="1498"/>
                    <a:pt x="999" y="1388"/>
                    <a:pt x="999" y="1249"/>
                  </a:cubicBezTo>
                  <a:lnTo>
                    <a:pt x="999" y="250"/>
                  </a:lnTo>
                  <a:cubicBezTo>
                    <a:pt x="999" y="111"/>
                    <a:pt x="888" y="0"/>
                    <a:pt x="749" y="0"/>
                  </a:cubicBezTo>
                  <a:close/>
                </a:path>
              </a:pathLst>
            </a:custGeom>
            <a:solidFill>
              <a:srgbClr val="96A2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" name="Google Shape;5675;p64"/>
            <p:cNvSpPr/>
            <p:nvPr/>
          </p:nvSpPr>
          <p:spPr>
            <a:xfrm>
              <a:off x="5260969" y="2784802"/>
              <a:ext cx="26272" cy="19704"/>
            </a:xfrm>
            <a:custGeom>
              <a:avLst/>
              <a:gdLst/>
              <a:ahLst/>
              <a:cxnLst/>
              <a:rect l="l" t="t" r="r" b="b"/>
              <a:pathLst>
                <a:path w="1000" h="75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500"/>
                  </a:lnTo>
                  <a:cubicBezTo>
                    <a:pt x="0" y="638"/>
                    <a:pt x="111" y="749"/>
                    <a:pt x="250" y="749"/>
                  </a:cubicBezTo>
                  <a:lnTo>
                    <a:pt x="749" y="749"/>
                  </a:lnTo>
                  <a:cubicBezTo>
                    <a:pt x="888" y="749"/>
                    <a:pt x="999" y="638"/>
                    <a:pt x="999" y="500"/>
                  </a:cubicBezTo>
                  <a:lnTo>
                    <a:pt x="999" y="250"/>
                  </a:lnTo>
                  <a:cubicBezTo>
                    <a:pt x="999" y="111"/>
                    <a:pt x="888" y="0"/>
                    <a:pt x="749" y="0"/>
                  </a:cubicBezTo>
                  <a:close/>
                </a:path>
              </a:pathLst>
            </a:custGeom>
            <a:solidFill>
              <a:srgbClr val="B8C7D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" name="Google Shape;5676;p64"/>
            <p:cNvSpPr/>
            <p:nvPr/>
          </p:nvSpPr>
          <p:spPr>
            <a:xfrm>
              <a:off x="5562551" y="2784802"/>
              <a:ext cx="26456" cy="39382"/>
            </a:xfrm>
            <a:custGeom>
              <a:avLst/>
              <a:gdLst/>
              <a:ahLst/>
              <a:cxnLst/>
              <a:rect l="l" t="t" r="r" b="b"/>
              <a:pathLst>
                <a:path w="1007" h="1499" extrusionOk="0">
                  <a:moveTo>
                    <a:pt x="250" y="0"/>
                  </a:moveTo>
                  <a:cubicBezTo>
                    <a:pt x="119" y="0"/>
                    <a:pt x="1" y="111"/>
                    <a:pt x="1" y="250"/>
                  </a:cubicBezTo>
                  <a:lnTo>
                    <a:pt x="1" y="1249"/>
                  </a:lnTo>
                  <a:cubicBezTo>
                    <a:pt x="1" y="1381"/>
                    <a:pt x="119" y="1498"/>
                    <a:pt x="250" y="1498"/>
                  </a:cubicBezTo>
                  <a:lnTo>
                    <a:pt x="757" y="1498"/>
                  </a:lnTo>
                  <a:cubicBezTo>
                    <a:pt x="889" y="1498"/>
                    <a:pt x="1000" y="1388"/>
                    <a:pt x="1006" y="1249"/>
                  </a:cubicBezTo>
                  <a:lnTo>
                    <a:pt x="1006" y="250"/>
                  </a:lnTo>
                  <a:cubicBezTo>
                    <a:pt x="1006" y="111"/>
                    <a:pt x="889" y="0"/>
                    <a:pt x="757" y="0"/>
                  </a:cubicBezTo>
                  <a:close/>
                </a:path>
              </a:pathLst>
            </a:custGeom>
            <a:solidFill>
              <a:srgbClr val="96A2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" name="Google Shape;5677;p64"/>
            <p:cNvSpPr/>
            <p:nvPr/>
          </p:nvSpPr>
          <p:spPr>
            <a:xfrm>
              <a:off x="5562551" y="2784802"/>
              <a:ext cx="26456" cy="19704"/>
            </a:xfrm>
            <a:custGeom>
              <a:avLst/>
              <a:gdLst/>
              <a:ahLst/>
              <a:cxnLst/>
              <a:rect l="l" t="t" r="r" b="b"/>
              <a:pathLst>
                <a:path w="1007" h="750" extrusionOk="0">
                  <a:moveTo>
                    <a:pt x="250" y="0"/>
                  </a:moveTo>
                  <a:cubicBezTo>
                    <a:pt x="119" y="0"/>
                    <a:pt x="1" y="111"/>
                    <a:pt x="1" y="250"/>
                  </a:cubicBezTo>
                  <a:lnTo>
                    <a:pt x="1" y="500"/>
                  </a:lnTo>
                  <a:cubicBezTo>
                    <a:pt x="1" y="638"/>
                    <a:pt x="119" y="749"/>
                    <a:pt x="250" y="749"/>
                  </a:cubicBezTo>
                  <a:lnTo>
                    <a:pt x="757" y="749"/>
                  </a:lnTo>
                  <a:cubicBezTo>
                    <a:pt x="889" y="749"/>
                    <a:pt x="1006" y="638"/>
                    <a:pt x="1006" y="500"/>
                  </a:cubicBezTo>
                  <a:lnTo>
                    <a:pt x="1006" y="250"/>
                  </a:lnTo>
                  <a:cubicBezTo>
                    <a:pt x="1006" y="111"/>
                    <a:pt x="889" y="0"/>
                    <a:pt x="757" y="0"/>
                  </a:cubicBezTo>
                  <a:close/>
                </a:path>
              </a:pathLst>
            </a:custGeom>
            <a:solidFill>
              <a:srgbClr val="B8C7D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" name="Google Shape;5678;p64"/>
            <p:cNvSpPr/>
            <p:nvPr/>
          </p:nvSpPr>
          <p:spPr>
            <a:xfrm>
              <a:off x="5221613" y="2850405"/>
              <a:ext cx="406567" cy="13136"/>
            </a:xfrm>
            <a:custGeom>
              <a:avLst/>
              <a:gdLst/>
              <a:ahLst/>
              <a:cxnLst/>
              <a:rect l="l" t="t" r="r" b="b"/>
              <a:pathLst>
                <a:path w="15475" h="500" extrusionOk="0">
                  <a:moveTo>
                    <a:pt x="0" y="0"/>
                  </a:moveTo>
                  <a:lnTo>
                    <a:pt x="0" y="500"/>
                  </a:lnTo>
                  <a:lnTo>
                    <a:pt x="15475" y="500"/>
                  </a:lnTo>
                  <a:lnTo>
                    <a:pt x="15475" y="0"/>
                  </a:lnTo>
                  <a:close/>
                </a:path>
              </a:pathLst>
            </a:custGeom>
            <a:solidFill>
              <a:srgbClr val="CBD6D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" name="Google Shape;5679;p64"/>
            <p:cNvSpPr/>
            <p:nvPr/>
          </p:nvSpPr>
          <p:spPr>
            <a:xfrm>
              <a:off x="5260969" y="2889577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1"/>
                  </a:moveTo>
                  <a:cubicBezTo>
                    <a:pt x="111" y="1"/>
                    <a:pt x="0" y="112"/>
                    <a:pt x="0" y="250"/>
                  </a:cubicBezTo>
                  <a:lnTo>
                    <a:pt x="0" y="750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7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2"/>
                    <a:pt x="1887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" name="Google Shape;5680;p64"/>
            <p:cNvSpPr/>
            <p:nvPr/>
          </p:nvSpPr>
          <p:spPr>
            <a:xfrm>
              <a:off x="5260969" y="2942070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749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7" y="999"/>
                    <a:pt x="1998" y="888"/>
                    <a:pt x="1998" y="749"/>
                  </a:cubicBezTo>
                  <a:lnTo>
                    <a:pt x="1998" y="250"/>
                  </a:lnTo>
                  <a:cubicBezTo>
                    <a:pt x="1998" y="111"/>
                    <a:pt x="1887" y="0"/>
                    <a:pt x="17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" name="Google Shape;5681;p64"/>
            <p:cNvSpPr/>
            <p:nvPr/>
          </p:nvSpPr>
          <p:spPr>
            <a:xfrm>
              <a:off x="5260969" y="2994536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1"/>
                  </a:moveTo>
                  <a:cubicBezTo>
                    <a:pt x="111" y="1"/>
                    <a:pt x="0" y="112"/>
                    <a:pt x="0" y="251"/>
                  </a:cubicBezTo>
                  <a:lnTo>
                    <a:pt x="0" y="750"/>
                  </a:lnTo>
                  <a:cubicBezTo>
                    <a:pt x="0" y="889"/>
                    <a:pt x="111" y="1000"/>
                    <a:pt x="250" y="1000"/>
                  </a:cubicBezTo>
                  <a:lnTo>
                    <a:pt x="1748" y="1000"/>
                  </a:lnTo>
                  <a:cubicBezTo>
                    <a:pt x="1887" y="1000"/>
                    <a:pt x="1998" y="889"/>
                    <a:pt x="1998" y="750"/>
                  </a:cubicBezTo>
                  <a:lnTo>
                    <a:pt x="1998" y="251"/>
                  </a:lnTo>
                  <a:cubicBezTo>
                    <a:pt x="1998" y="112"/>
                    <a:pt x="1887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" name="Google Shape;5682;p64"/>
            <p:cNvSpPr/>
            <p:nvPr/>
          </p:nvSpPr>
          <p:spPr>
            <a:xfrm>
              <a:off x="5352818" y="2994536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1"/>
                  </a:moveTo>
                  <a:cubicBezTo>
                    <a:pt x="111" y="1"/>
                    <a:pt x="0" y="112"/>
                    <a:pt x="0" y="251"/>
                  </a:cubicBezTo>
                  <a:lnTo>
                    <a:pt x="0" y="750"/>
                  </a:lnTo>
                  <a:cubicBezTo>
                    <a:pt x="0" y="889"/>
                    <a:pt x="111" y="1000"/>
                    <a:pt x="250" y="1000"/>
                  </a:cubicBezTo>
                  <a:lnTo>
                    <a:pt x="1748" y="1000"/>
                  </a:lnTo>
                  <a:cubicBezTo>
                    <a:pt x="1880" y="1000"/>
                    <a:pt x="1998" y="889"/>
                    <a:pt x="1998" y="750"/>
                  </a:cubicBezTo>
                  <a:lnTo>
                    <a:pt x="1998" y="251"/>
                  </a:lnTo>
                  <a:cubicBezTo>
                    <a:pt x="1998" y="112"/>
                    <a:pt x="1887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" name="Google Shape;5683;p64"/>
            <p:cNvSpPr/>
            <p:nvPr/>
          </p:nvSpPr>
          <p:spPr>
            <a:xfrm>
              <a:off x="5444482" y="2994536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1"/>
                  </a:moveTo>
                  <a:cubicBezTo>
                    <a:pt x="111" y="1"/>
                    <a:pt x="0" y="112"/>
                    <a:pt x="0" y="251"/>
                  </a:cubicBezTo>
                  <a:lnTo>
                    <a:pt x="0" y="750"/>
                  </a:lnTo>
                  <a:cubicBezTo>
                    <a:pt x="0" y="889"/>
                    <a:pt x="111" y="1000"/>
                    <a:pt x="250" y="1000"/>
                  </a:cubicBezTo>
                  <a:lnTo>
                    <a:pt x="1748" y="1000"/>
                  </a:lnTo>
                  <a:cubicBezTo>
                    <a:pt x="1887" y="1000"/>
                    <a:pt x="1998" y="889"/>
                    <a:pt x="1998" y="750"/>
                  </a:cubicBezTo>
                  <a:lnTo>
                    <a:pt x="1998" y="251"/>
                  </a:lnTo>
                  <a:cubicBezTo>
                    <a:pt x="1998" y="112"/>
                    <a:pt x="1887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9" name="Google Shape;5684;p64"/>
            <p:cNvSpPr/>
            <p:nvPr/>
          </p:nvSpPr>
          <p:spPr>
            <a:xfrm>
              <a:off x="5352818" y="2942070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749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0" y="999"/>
                    <a:pt x="1998" y="888"/>
                    <a:pt x="1998" y="749"/>
                  </a:cubicBezTo>
                  <a:lnTo>
                    <a:pt x="1998" y="250"/>
                  </a:lnTo>
                  <a:cubicBezTo>
                    <a:pt x="1998" y="111"/>
                    <a:pt x="1887" y="0"/>
                    <a:pt x="17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0" name="Google Shape;5685;p64"/>
            <p:cNvSpPr/>
            <p:nvPr/>
          </p:nvSpPr>
          <p:spPr>
            <a:xfrm>
              <a:off x="5260969" y="3047028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750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7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1"/>
                    <a:pt x="1887" y="0"/>
                    <a:pt x="17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1" name="Google Shape;5686;p64"/>
            <p:cNvSpPr/>
            <p:nvPr/>
          </p:nvSpPr>
          <p:spPr>
            <a:xfrm>
              <a:off x="5352818" y="2889577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1"/>
                  </a:moveTo>
                  <a:cubicBezTo>
                    <a:pt x="111" y="1"/>
                    <a:pt x="0" y="112"/>
                    <a:pt x="0" y="250"/>
                  </a:cubicBezTo>
                  <a:lnTo>
                    <a:pt x="0" y="750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0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2"/>
                    <a:pt x="1887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2" name="Google Shape;5687;p64"/>
            <p:cNvSpPr/>
            <p:nvPr/>
          </p:nvSpPr>
          <p:spPr>
            <a:xfrm>
              <a:off x="5352818" y="3047028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750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0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1"/>
                    <a:pt x="1887" y="0"/>
                    <a:pt x="17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3" name="Google Shape;5688;p64"/>
            <p:cNvSpPr/>
            <p:nvPr/>
          </p:nvSpPr>
          <p:spPr>
            <a:xfrm>
              <a:off x="5536489" y="2994536"/>
              <a:ext cx="52519" cy="26272"/>
            </a:xfrm>
            <a:custGeom>
              <a:avLst/>
              <a:gdLst/>
              <a:ahLst/>
              <a:cxnLst/>
              <a:rect l="l" t="t" r="r" b="b"/>
              <a:pathLst>
                <a:path w="1999" h="1000" extrusionOk="0">
                  <a:moveTo>
                    <a:pt x="251" y="1"/>
                  </a:moveTo>
                  <a:cubicBezTo>
                    <a:pt x="112" y="1"/>
                    <a:pt x="1" y="112"/>
                    <a:pt x="1" y="251"/>
                  </a:cubicBezTo>
                  <a:lnTo>
                    <a:pt x="1" y="750"/>
                  </a:lnTo>
                  <a:cubicBezTo>
                    <a:pt x="1" y="889"/>
                    <a:pt x="112" y="1000"/>
                    <a:pt x="251" y="1000"/>
                  </a:cubicBezTo>
                  <a:lnTo>
                    <a:pt x="1749" y="1000"/>
                  </a:lnTo>
                  <a:cubicBezTo>
                    <a:pt x="1881" y="1000"/>
                    <a:pt x="1998" y="889"/>
                    <a:pt x="1998" y="750"/>
                  </a:cubicBezTo>
                  <a:lnTo>
                    <a:pt x="1998" y="251"/>
                  </a:lnTo>
                  <a:cubicBezTo>
                    <a:pt x="1998" y="112"/>
                    <a:pt x="1881" y="1"/>
                    <a:pt x="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4" name="Google Shape;5689;p64"/>
            <p:cNvSpPr/>
            <p:nvPr/>
          </p:nvSpPr>
          <p:spPr>
            <a:xfrm>
              <a:off x="5536489" y="2889577"/>
              <a:ext cx="52519" cy="26272"/>
            </a:xfrm>
            <a:custGeom>
              <a:avLst/>
              <a:gdLst/>
              <a:ahLst/>
              <a:cxnLst/>
              <a:rect l="l" t="t" r="r" b="b"/>
              <a:pathLst>
                <a:path w="1999" h="1000" extrusionOk="0">
                  <a:moveTo>
                    <a:pt x="251" y="1"/>
                  </a:moveTo>
                  <a:cubicBezTo>
                    <a:pt x="112" y="1"/>
                    <a:pt x="1" y="112"/>
                    <a:pt x="1" y="250"/>
                  </a:cubicBezTo>
                  <a:lnTo>
                    <a:pt x="1" y="750"/>
                  </a:lnTo>
                  <a:cubicBezTo>
                    <a:pt x="1" y="888"/>
                    <a:pt x="112" y="999"/>
                    <a:pt x="251" y="999"/>
                  </a:cubicBezTo>
                  <a:lnTo>
                    <a:pt x="1749" y="999"/>
                  </a:lnTo>
                  <a:cubicBezTo>
                    <a:pt x="1881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2"/>
                    <a:pt x="1881" y="1"/>
                    <a:pt x="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5" name="Google Shape;5690;p64"/>
            <p:cNvSpPr/>
            <p:nvPr/>
          </p:nvSpPr>
          <p:spPr>
            <a:xfrm>
              <a:off x="5536489" y="3047028"/>
              <a:ext cx="52519" cy="26272"/>
            </a:xfrm>
            <a:custGeom>
              <a:avLst/>
              <a:gdLst/>
              <a:ahLst/>
              <a:cxnLst/>
              <a:rect l="l" t="t" r="r" b="b"/>
              <a:pathLst>
                <a:path w="1999" h="1000" extrusionOk="0">
                  <a:moveTo>
                    <a:pt x="251" y="0"/>
                  </a:moveTo>
                  <a:cubicBezTo>
                    <a:pt x="112" y="0"/>
                    <a:pt x="1" y="111"/>
                    <a:pt x="1" y="250"/>
                  </a:cubicBezTo>
                  <a:lnTo>
                    <a:pt x="1" y="750"/>
                  </a:lnTo>
                  <a:cubicBezTo>
                    <a:pt x="1" y="888"/>
                    <a:pt x="112" y="999"/>
                    <a:pt x="251" y="999"/>
                  </a:cubicBezTo>
                  <a:lnTo>
                    <a:pt x="1749" y="999"/>
                  </a:lnTo>
                  <a:cubicBezTo>
                    <a:pt x="1881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1"/>
                    <a:pt x="1881" y="0"/>
                    <a:pt x="17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6" name="Google Shape;5691;p64"/>
            <p:cNvSpPr/>
            <p:nvPr/>
          </p:nvSpPr>
          <p:spPr>
            <a:xfrm>
              <a:off x="5444482" y="2942070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749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7" y="999"/>
                    <a:pt x="1998" y="888"/>
                    <a:pt x="1998" y="749"/>
                  </a:cubicBezTo>
                  <a:lnTo>
                    <a:pt x="1998" y="250"/>
                  </a:lnTo>
                  <a:cubicBezTo>
                    <a:pt x="1998" y="111"/>
                    <a:pt x="1887" y="0"/>
                    <a:pt x="17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7" name="Google Shape;5692;p64"/>
            <p:cNvSpPr/>
            <p:nvPr/>
          </p:nvSpPr>
          <p:spPr>
            <a:xfrm>
              <a:off x="5444482" y="2889577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1"/>
                  </a:moveTo>
                  <a:cubicBezTo>
                    <a:pt x="111" y="1"/>
                    <a:pt x="0" y="112"/>
                    <a:pt x="0" y="250"/>
                  </a:cubicBezTo>
                  <a:lnTo>
                    <a:pt x="0" y="750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7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2"/>
                    <a:pt x="1887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8" name="Google Shape;5693;p64"/>
            <p:cNvSpPr/>
            <p:nvPr/>
          </p:nvSpPr>
          <p:spPr>
            <a:xfrm>
              <a:off x="5536489" y="2942070"/>
              <a:ext cx="52519" cy="26272"/>
            </a:xfrm>
            <a:custGeom>
              <a:avLst/>
              <a:gdLst/>
              <a:ahLst/>
              <a:cxnLst/>
              <a:rect l="l" t="t" r="r" b="b"/>
              <a:pathLst>
                <a:path w="1999" h="1000" extrusionOk="0">
                  <a:moveTo>
                    <a:pt x="251" y="0"/>
                  </a:moveTo>
                  <a:cubicBezTo>
                    <a:pt x="112" y="0"/>
                    <a:pt x="1" y="111"/>
                    <a:pt x="1" y="250"/>
                  </a:cubicBezTo>
                  <a:lnTo>
                    <a:pt x="1" y="749"/>
                  </a:lnTo>
                  <a:cubicBezTo>
                    <a:pt x="1" y="888"/>
                    <a:pt x="112" y="999"/>
                    <a:pt x="251" y="999"/>
                  </a:cubicBezTo>
                  <a:lnTo>
                    <a:pt x="1749" y="999"/>
                  </a:lnTo>
                  <a:cubicBezTo>
                    <a:pt x="1881" y="999"/>
                    <a:pt x="1998" y="888"/>
                    <a:pt x="1998" y="749"/>
                  </a:cubicBezTo>
                  <a:lnTo>
                    <a:pt x="1998" y="250"/>
                  </a:lnTo>
                  <a:cubicBezTo>
                    <a:pt x="1998" y="111"/>
                    <a:pt x="1881" y="0"/>
                    <a:pt x="17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9" name="Google Shape;5694;p64"/>
            <p:cNvSpPr/>
            <p:nvPr/>
          </p:nvSpPr>
          <p:spPr>
            <a:xfrm>
              <a:off x="5444482" y="3047028"/>
              <a:ext cx="52492" cy="26272"/>
            </a:xfrm>
            <a:custGeom>
              <a:avLst/>
              <a:gdLst/>
              <a:ahLst/>
              <a:cxnLst/>
              <a:rect l="l" t="t" r="r" b="b"/>
              <a:pathLst>
                <a:path w="1998" h="1000" extrusionOk="0">
                  <a:moveTo>
                    <a:pt x="250" y="0"/>
                  </a:moveTo>
                  <a:cubicBezTo>
                    <a:pt x="111" y="0"/>
                    <a:pt x="0" y="111"/>
                    <a:pt x="0" y="250"/>
                  </a:cubicBezTo>
                  <a:lnTo>
                    <a:pt x="0" y="750"/>
                  </a:lnTo>
                  <a:cubicBezTo>
                    <a:pt x="0" y="888"/>
                    <a:pt x="111" y="999"/>
                    <a:pt x="250" y="999"/>
                  </a:cubicBezTo>
                  <a:lnTo>
                    <a:pt x="1748" y="999"/>
                  </a:lnTo>
                  <a:cubicBezTo>
                    <a:pt x="1887" y="999"/>
                    <a:pt x="1998" y="888"/>
                    <a:pt x="1998" y="750"/>
                  </a:cubicBezTo>
                  <a:lnTo>
                    <a:pt x="1998" y="250"/>
                  </a:lnTo>
                  <a:cubicBezTo>
                    <a:pt x="1998" y="111"/>
                    <a:pt x="1887" y="0"/>
                    <a:pt x="17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0" name="Google Shape;5695;p64"/>
            <p:cNvSpPr/>
            <p:nvPr/>
          </p:nvSpPr>
          <p:spPr>
            <a:xfrm>
              <a:off x="5533178" y="2935239"/>
              <a:ext cx="58824" cy="39645"/>
            </a:xfrm>
            <a:custGeom>
              <a:avLst/>
              <a:gdLst/>
              <a:ahLst/>
              <a:cxnLst/>
              <a:rect l="l" t="t" r="r" b="b"/>
              <a:pathLst>
                <a:path w="2239" h="1509" extrusionOk="0">
                  <a:moveTo>
                    <a:pt x="1875" y="0"/>
                  </a:moveTo>
                  <a:cubicBezTo>
                    <a:pt x="1814" y="0"/>
                    <a:pt x="1751" y="26"/>
                    <a:pt x="1694" y="87"/>
                  </a:cubicBezTo>
                  <a:lnTo>
                    <a:pt x="869" y="905"/>
                  </a:lnTo>
                  <a:lnTo>
                    <a:pt x="550" y="586"/>
                  </a:lnTo>
                  <a:cubicBezTo>
                    <a:pt x="494" y="525"/>
                    <a:pt x="430" y="500"/>
                    <a:pt x="369" y="500"/>
                  </a:cubicBezTo>
                  <a:cubicBezTo>
                    <a:pt x="172" y="500"/>
                    <a:pt x="1" y="760"/>
                    <a:pt x="196" y="940"/>
                  </a:cubicBezTo>
                  <a:lnTo>
                    <a:pt x="696" y="1439"/>
                  </a:lnTo>
                  <a:cubicBezTo>
                    <a:pt x="744" y="1481"/>
                    <a:pt x="807" y="1509"/>
                    <a:pt x="869" y="1509"/>
                  </a:cubicBezTo>
                  <a:cubicBezTo>
                    <a:pt x="938" y="1509"/>
                    <a:pt x="1001" y="1488"/>
                    <a:pt x="1049" y="1439"/>
                  </a:cubicBezTo>
                  <a:lnTo>
                    <a:pt x="2048" y="441"/>
                  </a:lnTo>
                  <a:cubicBezTo>
                    <a:pt x="2239" y="261"/>
                    <a:pt x="2070" y="0"/>
                    <a:pt x="1875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1" name="Google Shape;5696;p64"/>
            <p:cNvSpPr/>
            <p:nvPr/>
          </p:nvSpPr>
          <p:spPr>
            <a:xfrm>
              <a:off x="5349665" y="2935607"/>
              <a:ext cx="58141" cy="39277"/>
            </a:xfrm>
            <a:custGeom>
              <a:avLst/>
              <a:gdLst/>
              <a:ahLst/>
              <a:cxnLst/>
              <a:rect l="l" t="t" r="r" b="b"/>
              <a:pathLst>
                <a:path w="2213" h="1495" extrusionOk="0">
                  <a:moveTo>
                    <a:pt x="1861" y="1"/>
                  </a:moveTo>
                  <a:cubicBezTo>
                    <a:pt x="1805" y="1"/>
                    <a:pt x="1747" y="22"/>
                    <a:pt x="1695" y="73"/>
                  </a:cubicBezTo>
                  <a:lnTo>
                    <a:pt x="869" y="891"/>
                  </a:lnTo>
                  <a:lnTo>
                    <a:pt x="550" y="572"/>
                  </a:lnTo>
                  <a:cubicBezTo>
                    <a:pt x="494" y="511"/>
                    <a:pt x="430" y="486"/>
                    <a:pt x="369" y="486"/>
                  </a:cubicBezTo>
                  <a:cubicBezTo>
                    <a:pt x="172" y="486"/>
                    <a:pt x="1" y="746"/>
                    <a:pt x="196" y="926"/>
                  </a:cubicBezTo>
                  <a:lnTo>
                    <a:pt x="696" y="1425"/>
                  </a:lnTo>
                  <a:cubicBezTo>
                    <a:pt x="738" y="1467"/>
                    <a:pt x="800" y="1495"/>
                    <a:pt x="869" y="1495"/>
                  </a:cubicBezTo>
                  <a:cubicBezTo>
                    <a:pt x="932" y="1495"/>
                    <a:pt x="1001" y="1474"/>
                    <a:pt x="1043" y="1425"/>
                  </a:cubicBezTo>
                  <a:lnTo>
                    <a:pt x="2042" y="427"/>
                  </a:lnTo>
                  <a:cubicBezTo>
                    <a:pt x="2213" y="245"/>
                    <a:pt x="2050" y="1"/>
                    <a:pt x="1861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2" name="Google Shape;5697;p64"/>
            <p:cNvSpPr/>
            <p:nvPr/>
          </p:nvSpPr>
          <p:spPr>
            <a:xfrm>
              <a:off x="5441487" y="2987731"/>
              <a:ext cx="58798" cy="39645"/>
            </a:xfrm>
            <a:custGeom>
              <a:avLst/>
              <a:gdLst/>
              <a:ahLst/>
              <a:cxnLst/>
              <a:rect l="l" t="t" r="r" b="b"/>
              <a:pathLst>
                <a:path w="2238" h="1509" extrusionOk="0">
                  <a:moveTo>
                    <a:pt x="1870" y="0"/>
                  </a:moveTo>
                  <a:cubicBezTo>
                    <a:pt x="1809" y="0"/>
                    <a:pt x="1745" y="25"/>
                    <a:pt x="1689" y="86"/>
                  </a:cubicBezTo>
                  <a:lnTo>
                    <a:pt x="870" y="905"/>
                  </a:lnTo>
                  <a:lnTo>
                    <a:pt x="544" y="586"/>
                  </a:lnTo>
                  <a:cubicBezTo>
                    <a:pt x="488" y="525"/>
                    <a:pt x="425" y="499"/>
                    <a:pt x="364" y="499"/>
                  </a:cubicBezTo>
                  <a:cubicBezTo>
                    <a:pt x="168" y="499"/>
                    <a:pt x="0" y="760"/>
                    <a:pt x="190" y="940"/>
                  </a:cubicBezTo>
                  <a:lnTo>
                    <a:pt x="690" y="1439"/>
                  </a:lnTo>
                  <a:cubicBezTo>
                    <a:pt x="738" y="1481"/>
                    <a:pt x="801" y="1508"/>
                    <a:pt x="863" y="1508"/>
                  </a:cubicBezTo>
                  <a:cubicBezTo>
                    <a:pt x="933" y="1508"/>
                    <a:pt x="995" y="1481"/>
                    <a:pt x="1044" y="1432"/>
                  </a:cubicBezTo>
                  <a:lnTo>
                    <a:pt x="2042" y="440"/>
                  </a:lnTo>
                  <a:cubicBezTo>
                    <a:pt x="2238" y="260"/>
                    <a:pt x="2067" y="0"/>
                    <a:pt x="187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3" name="Google Shape;5698;p64"/>
            <p:cNvSpPr/>
            <p:nvPr/>
          </p:nvSpPr>
          <p:spPr>
            <a:xfrm>
              <a:off x="5258631" y="3040565"/>
              <a:ext cx="57353" cy="39277"/>
            </a:xfrm>
            <a:custGeom>
              <a:avLst/>
              <a:gdLst/>
              <a:ahLst/>
              <a:cxnLst/>
              <a:rect l="l" t="t" r="r" b="b"/>
              <a:pathLst>
                <a:path w="2183" h="1495" extrusionOk="0">
                  <a:moveTo>
                    <a:pt x="1835" y="0"/>
                  </a:moveTo>
                  <a:cubicBezTo>
                    <a:pt x="1778" y="0"/>
                    <a:pt x="1718" y="22"/>
                    <a:pt x="1664" y="73"/>
                  </a:cubicBezTo>
                  <a:lnTo>
                    <a:pt x="838" y="892"/>
                  </a:lnTo>
                  <a:lnTo>
                    <a:pt x="519" y="572"/>
                  </a:lnTo>
                  <a:cubicBezTo>
                    <a:pt x="465" y="521"/>
                    <a:pt x="405" y="499"/>
                    <a:pt x="348" y="499"/>
                  </a:cubicBezTo>
                  <a:cubicBezTo>
                    <a:pt x="159" y="499"/>
                    <a:pt x="0" y="738"/>
                    <a:pt x="166" y="919"/>
                  </a:cubicBezTo>
                  <a:lnTo>
                    <a:pt x="665" y="1419"/>
                  </a:lnTo>
                  <a:cubicBezTo>
                    <a:pt x="714" y="1467"/>
                    <a:pt x="776" y="1495"/>
                    <a:pt x="838" y="1495"/>
                  </a:cubicBezTo>
                  <a:cubicBezTo>
                    <a:pt x="908" y="1495"/>
                    <a:pt x="970" y="1467"/>
                    <a:pt x="1019" y="1419"/>
                  </a:cubicBezTo>
                  <a:lnTo>
                    <a:pt x="2018" y="420"/>
                  </a:lnTo>
                  <a:cubicBezTo>
                    <a:pt x="2183" y="239"/>
                    <a:pt x="2024" y="0"/>
                    <a:pt x="1835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4" name="Google Shape;5699;p64"/>
            <p:cNvSpPr/>
            <p:nvPr/>
          </p:nvSpPr>
          <p:spPr>
            <a:xfrm>
              <a:off x="5442118" y="2882746"/>
              <a:ext cx="58167" cy="39671"/>
            </a:xfrm>
            <a:custGeom>
              <a:avLst/>
              <a:gdLst/>
              <a:ahLst/>
              <a:cxnLst/>
              <a:rect l="l" t="t" r="r" b="b"/>
              <a:pathLst>
                <a:path w="2214" h="1510" extrusionOk="0">
                  <a:moveTo>
                    <a:pt x="1846" y="1"/>
                  </a:moveTo>
                  <a:cubicBezTo>
                    <a:pt x="1785" y="1"/>
                    <a:pt x="1721" y="26"/>
                    <a:pt x="1665" y="87"/>
                  </a:cubicBezTo>
                  <a:lnTo>
                    <a:pt x="846" y="913"/>
                  </a:lnTo>
                  <a:lnTo>
                    <a:pt x="520" y="587"/>
                  </a:lnTo>
                  <a:cubicBezTo>
                    <a:pt x="467" y="538"/>
                    <a:pt x="408" y="517"/>
                    <a:pt x="353" y="517"/>
                  </a:cubicBezTo>
                  <a:cubicBezTo>
                    <a:pt x="162" y="517"/>
                    <a:pt x="0" y="758"/>
                    <a:pt x="166" y="940"/>
                  </a:cubicBezTo>
                  <a:lnTo>
                    <a:pt x="666" y="1440"/>
                  </a:lnTo>
                  <a:cubicBezTo>
                    <a:pt x="714" y="1488"/>
                    <a:pt x="777" y="1509"/>
                    <a:pt x="839" y="1509"/>
                  </a:cubicBezTo>
                  <a:cubicBezTo>
                    <a:pt x="909" y="1509"/>
                    <a:pt x="971" y="1488"/>
                    <a:pt x="1020" y="1440"/>
                  </a:cubicBezTo>
                  <a:lnTo>
                    <a:pt x="2018" y="441"/>
                  </a:lnTo>
                  <a:cubicBezTo>
                    <a:pt x="2214" y="261"/>
                    <a:pt x="2043" y="1"/>
                    <a:pt x="1846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97" name="Croix 96"/>
          <p:cNvSpPr/>
          <p:nvPr/>
        </p:nvSpPr>
        <p:spPr>
          <a:xfrm>
            <a:off x="898359" y="2446628"/>
            <a:ext cx="262117" cy="272333"/>
          </a:xfrm>
          <a:prstGeom prst="plus">
            <a:avLst>
              <a:gd name="adj" fmla="val 40953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020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5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" grpId="0"/>
      <p:bldP spid="3" grpId="0"/>
      <p:bldP spid="27" grpId="0" animBg="1"/>
      <p:bldP spid="108" grpId="0" animBg="1"/>
      <p:bldP spid="109" grpId="0" animBg="1"/>
      <p:bldP spid="110" grpId="0" animBg="1"/>
      <p:bldP spid="9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 txBox="1">
            <a:spLocks noGrp="1"/>
          </p:cNvSpPr>
          <p:nvPr>
            <p:ph type="title"/>
          </p:nvPr>
        </p:nvSpPr>
        <p:spPr>
          <a:xfrm>
            <a:off x="2407570" y="3738572"/>
            <a:ext cx="7468873" cy="2586800"/>
          </a:xfrm>
          <a:prstGeom prst="rect">
            <a:avLst/>
          </a:prstGeom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/>
            <a:r>
              <a:rPr lang="fr-FR" sz="4400" dirty="0" err="1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Next</a:t>
            </a:r>
            <a:r>
              <a:rPr lang="fr-FR" sz="4400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sz="4400" dirty="0" err="1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Steps</a:t>
            </a:r>
            <a:r>
              <a:rPr lang="fr-FR" sz="4400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sz="4400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fr-FR" sz="4400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fr-FR" sz="4400" dirty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fr-FR" sz="4400" dirty="0" smtClean="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and </a:t>
            </a:r>
            <a:r>
              <a:rPr lang="fr-FR" sz="4400" dirty="0" err="1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Resources</a:t>
            </a:r>
            <a:endParaRPr sz="4400" dirty="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83" name="Rectangle 682"/>
          <p:cNvSpPr/>
          <p:nvPr/>
        </p:nvSpPr>
        <p:spPr>
          <a:xfrm>
            <a:off x="1706631" y="6272810"/>
            <a:ext cx="887075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Resources</a:t>
            </a:r>
            <a:r>
              <a:rPr lang="fr-FR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: Official Python documentation, </a:t>
            </a:r>
            <a:r>
              <a:rPr lang="fr-FR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Stack</a:t>
            </a:r>
            <a:r>
              <a:rPr lang="fr-FR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 </a:t>
            </a:r>
            <a:r>
              <a:rPr lang="fr-FR" sz="2000" dirty="0" err="1">
                <a:solidFill>
                  <a:schemeClr val="tx2"/>
                </a:solidFill>
                <a:latin typeface="Lucida Console" panose="020B0609040504020204" pitchFamily="49" charset="0"/>
              </a:rPr>
              <a:t>Overflow</a:t>
            </a:r>
            <a:r>
              <a:rPr lang="fr-FR" sz="2000" dirty="0">
                <a:solidFill>
                  <a:schemeClr val="tx2"/>
                </a:solidFill>
                <a:latin typeface="Lucida Console" panose="020B0609040504020204" pitchFamily="49" charset="0"/>
              </a:rPr>
              <a:t>.</a:t>
            </a:r>
          </a:p>
        </p:txBody>
      </p:sp>
      <p:sp>
        <p:nvSpPr>
          <p:cNvPr id="684" name="Rectangle 683"/>
          <p:cNvSpPr/>
          <p:nvPr/>
        </p:nvSpPr>
        <p:spPr>
          <a:xfrm>
            <a:off x="1458098" y="1041722"/>
            <a:ext cx="3278026" cy="3131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949945" y="1730553"/>
            <a:ext cx="102420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400" dirty="0" smtClean="0">
                <a:latin typeface="Lucida Console" panose="020B0609040504020204" pitchFamily="49" charset="0"/>
              </a:rPr>
              <a:t>Web </a:t>
            </a:r>
            <a:r>
              <a:rPr lang="fr-FR" sz="2400" dirty="0" err="1">
                <a:latin typeface="Lucida Console" panose="020B0609040504020204" pitchFamily="49" charset="0"/>
              </a:rPr>
              <a:t>Development</a:t>
            </a:r>
            <a:r>
              <a:rPr lang="fr-FR" sz="2400" dirty="0">
                <a:latin typeface="Lucida Console" panose="020B0609040504020204" pitchFamily="49" charset="0"/>
              </a:rPr>
              <a:t>: Django / </a:t>
            </a:r>
            <a:r>
              <a:rPr lang="fr-FR" sz="2400" dirty="0" err="1">
                <a:latin typeface="Lucida Console" panose="020B0609040504020204" pitchFamily="49" charset="0"/>
              </a:rPr>
              <a:t>Flask</a:t>
            </a:r>
            <a:r>
              <a:rPr lang="fr-FR" sz="2400" dirty="0">
                <a:latin typeface="Lucida Console" panose="020B0609040504020204" pitchFamily="49" charset="0"/>
              </a:rPr>
              <a:t>.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400" dirty="0" smtClean="0">
                <a:latin typeface="Lucida Console" panose="020B0609040504020204" pitchFamily="49" charset="0"/>
              </a:rPr>
              <a:t>Data </a:t>
            </a:r>
            <a:r>
              <a:rPr lang="fr-FR" sz="2400" dirty="0" err="1">
                <a:latin typeface="Lucida Console" panose="020B0609040504020204" pitchFamily="49" charset="0"/>
              </a:rPr>
              <a:t>Analysis</a:t>
            </a:r>
            <a:r>
              <a:rPr lang="fr-FR" sz="2400" dirty="0">
                <a:latin typeface="Lucida Console" panose="020B0609040504020204" pitchFamily="49" charset="0"/>
              </a:rPr>
              <a:t>: </a:t>
            </a:r>
            <a:r>
              <a:rPr lang="fr-FR" sz="2400" dirty="0" smtClean="0">
                <a:latin typeface="Lucida Console" panose="020B0609040504020204" pitchFamily="49" charset="0"/>
              </a:rPr>
              <a:t>Pandas / </a:t>
            </a:r>
            <a:r>
              <a:rPr lang="fr-FR" sz="2400" dirty="0" err="1" smtClean="0">
                <a:latin typeface="Lucida Console" panose="020B0609040504020204" pitchFamily="49" charset="0"/>
              </a:rPr>
              <a:t>NumPy</a:t>
            </a:r>
            <a:r>
              <a:rPr lang="fr-FR" sz="2400" dirty="0" smtClean="0">
                <a:latin typeface="Lucida Console" panose="020B0609040504020204" pitchFamily="49" charset="0"/>
              </a:rPr>
              <a:t>. </a:t>
            </a:r>
            <a:endParaRPr lang="fr-FR" sz="2400" dirty="0">
              <a:latin typeface="Lucida Console" panose="020B06090405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Lucida Console" panose="020B0609040504020204" pitchFamily="49" charset="0"/>
              </a:rPr>
              <a:t>3. </a:t>
            </a:r>
            <a:r>
              <a:rPr lang="fr-FR" sz="2400" dirty="0" err="1">
                <a:latin typeface="Lucida Console" panose="020B0609040504020204" pitchFamily="49" charset="0"/>
              </a:rPr>
              <a:t>Artificial</a:t>
            </a:r>
            <a:r>
              <a:rPr lang="fr-FR" sz="2400" dirty="0">
                <a:latin typeface="Lucida Console" panose="020B0609040504020204" pitchFamily="49" charset="0"/>
              </a:rPr>
              <a:t> Intelligence: </a:t>
            </a:r>
            <a:r>
              <a:rPr lang="fr-FR" sz="2400" dirty="0" err="1">
                <a:latin typeface="Lucida Console" panose="020B0609040504020204" pitchFamily="49" charset="0"/>
              </a:rPr>
              <a:t>TensorFlow</a:t>
            </a:r>
            <a:r>
              <a:rPr lang="fr-FR" sz="2400" dirty="0">
                <a:latin typeface="Lucida Console" panose="020B0609040504020204" pitchFamily="49" charset="0"/>
              </a:rPr>
              <a:t> / </a:t>
            </a:r>
            <a:r>
              <a:rPr lang="fr-FR" sz="2400" dirty="0" err="1">
                <a:latin typeface="Lucida Console" panose="020B0609040504020204" pitchFamily="49" charset="0"/>
              </a:rPr>
              <a:t>Scikit-learn</a:t>
            </a:r>
            <a:r>
              <a:rPr lang="fr-FR" sz="2400" dirty="0" smtClean="0">
                <a:latin typeface="Lucida Console" panose="020B0609040504020204" pitchFamily="49" charset="0"/>
              </a:rPr>
              <a:t>.</a:t>
            </a:r>
            <a:endParaRPr lang="fr-FR" sz="2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0093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7216346" cy="34846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448432" y="5235879"/>
            <a:ext cx="7743568" cy="162212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0" y="3484605"/>
            <a:ext cx="1952368" cy="370703"/>
          </a:xfrm>
          <a:prstGeom prst="rect">
            <a:avLst/>
          </a:prstGeom>
          <a:solidFill>
            <a:srgbClr val="383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610335" y="4003589"/>
            <a:ext cx="1581665" cy="518984"/>
          </a:xfrm>
          <a:prstGeom prst="rect">
            <a:avLst/>
          </a:prstGeom>
          <a:solidFill>
            <a:srgbClr val="8D8A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47816" y="4263081"/>
            <a:ext cx="1404552" cy="457200"/>
          </a:xfrm>
          <a:prstGeom prst="rect">
            <a:avLst/>
          </a:prstGeom>
          <a:solidFill>
            <a:srgbClr val="383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277761" y="4349578"/>
            <a:ext cx="1952368" cy="370703"/>
          </a:xfrm>
          <a:prstGeom prst="rect">
            <a:avLst/>
          </a:prstGeom>
          <a:solidFill>
            <a:srgbClr val="383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098004" y="1130462"/>
            <a:ext cx="50415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THANK YOU</a:t>
            </a:r>
            <a:r>
              <a:rPr lang="fr-FR" sz="32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pic>
        <p:nvPicPr>
          <p:cNvPr id="11" name="Picture 2" descr="Python - Free logo icons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50" b="99023" l="2344" r="100000">
                        <a14:foregroundMark x1="36719" y1="42578" x2="36719" y2="42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6518" y="5265619"/>
            <a:ext cx="781319" cy="781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37358" y="1961459"/>
            <a:ext cx="3928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Please feel </a:t>
            </a:r>
            <a:r>
              <a:rPr lang="en-US" dirty="0"/>
              <a:t>free to ask questions.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5066355" y="544677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"Programming is not what </a:t>
            </a:r>
            <a:r>
              <a:rPr lang="en-US" sz="2400" dirty="0" smtClean="0">
                <a:solidFill>
                  <a:schemeClr val="bg1"/>
                </a:solidFill>
              </a:rPr>
              <a:t>you do,,,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                                     it's </a:t>
            </a:r>
            <a:r>
              <a:rPr lang="en-US" sz="2400" dirty="0">
                <a:solidFill>
                  <a:schemeClr val="bg1"/>
                </a:solidFill>
              </a:rPr>
              <a:t>how you think."</a:t>
            </a:r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3" t="12717" r="14616" b="17361"/>
          <a:stretch/>
        </p:blipFill>
        <p:spPr>
          <a:xfrm>
            <a:off x="10704529" y="329504"/>
            <a:ext cx="1135375" cy="1105157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pic>
        <p:nvPicPr>
          <p:cNvPr id="13" name="Image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80029" y="329504"/>
            <a:ext cx="810606" cy="110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69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2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5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7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0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3_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250</Words>
  <Application>Microsoft Office PowerPoint</Application>
  <PresentationFormat>Grand écran</PresentationFormat>
  <Paragraphs>50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7</vt:i4>
      </vt:variant>
      <vt:variant>
        <vt:lpstr>Titres des diapositives</vt:lpstr>
      </vt:variant>
      <vt:variant>
        <vt:i4>7</vt:i4>
      </vt:variant>
    </vt:vector>
  </HeadingPairs>
  <TitlesOfParts>
    <vt:vector size="24" baseType="lpstr">
      <vt:lpstr>Arial Unicode MS</vt:lpstr>
      <vt:lpstr>Anaheim</vt:lpstr>
      <vt:lpstr>Arial</vt:lpstr>
      <vt:lpstr>Barlow</vt:lpstr>
      <vt:lpstr>Barlow Condensed ExtraBold</vt:lpstr>
      <vt:lpstr>Calibri</vt:lpstr>
      <vt:lpstr>Lucida Console</vt:lpstr>
      <vt:lpstr>Nunito Light</vt:lpstr>
      <vt:lpstr>Overpass Mono</vt:lpstr>
      <vt:lpstr>Raleway SemiBold</vt:lpstr>
      <vt:lpstr>1_Programming Lesson by Slidesgo</vt:lpstr>
      <vt:lpstr>6_Programming Lesson by Slidesgo</vt:lpstr>
      <vt:lpstr>12_Programming Lesson by Slidesgo</vt:lpstr>
      <vt:lpstr>15_Programming Lesson by Slidesgo</vt:lpstr>
      <vt:lpstr>17_Programming Lesson by Slidesgo</vt:lpstr>
      <vt:lpstr>20_Programming Lesson by Slidesgo</vt:lpstr>
      <vt:lpstr>23_Programming Lesson by Slidesgo</vt:lpstr>
      <vt:lpstr>Practical Principles and Final Project</vt:lpstr>
      <vt:lpstr>Introduction  to (OOP) Object-Oriented Programming</vt:lpstr>
      <vt:lpstr>Clean Code Principles</vt:lpstr>
      <vt:lpstr>Before</vt:lpstr>
      <vt:lpstr>Requirements </vt:lpstr>
      <vt:lpstr>Next Steps               and Resources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Fundamentals Course</dc:title>
  <dc:creator>Utilisateur Windows</dc:creator>
  <cp:lastModifiedBy>Utilisateur Windows</cp:lastModifiedBy>
  <cp:revision>109</cp:revision>
  <dcterms:created xsi:type="dcterms:W3CDTF">2025-10-07T02:51:09Z</dcterms:created>
  <dcterms:modified xsi:type="dcterms:W3CDTF">2025-10-25T00:20:39Z</dcterms:modified>
</cp:coreProperties>
</file>